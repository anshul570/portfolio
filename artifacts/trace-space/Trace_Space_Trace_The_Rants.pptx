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12192000"/>
  <p:embeddedFontLst>
    <p:embeddedFont>
      <p:font typeface="Arial Black"/>
      <p:regular r:id="rId13"/>
    </p:embeddedFont>
    <p:embeddedFont>
      <p:font typeface="Roboto Mon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ArialBlack-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Mono-bold.fntdata"/><Relationship Id="rId14" Type="http://schemas.openxmlformats.org/officeDocument/2006/relationships/font" Target="fonts/RobotoMono-regular.fntdata"/><Relationship Id="rId17" Type="http://schemas.openxmlformats.org/officeDocument/2006/relationships/font" Target="fonts/RobotoMono-boldItalic.fntdata"/><Relationship Id="rId16" Type="http://schemas.openxmlformats.org/officeDocument/2006/relationships/font" Target="fonts/RobotoMono-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df711b0a30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df711b0a30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g3df711b0a30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f711b0a30_1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3df711b0a30_1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df711b0a30_1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df711b0a30_1_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g3df711b0a30_1_2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g3df711b0a30_1_2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SzPts val="1100"/>
              <a:buNone/>
            </a:pPr>
            <a:r>
              <a:rPr lang="en-US"/>
              <a:t>"Our third key marketing pillar is to uplift the members of our community and create credibility through LinkedIn. </a:t>
            </a:r>
            <a:endParaRPr/>
          </a:p>
          <a:p>
            <a:pPr indent="0" lvl="0" marL="0" rtl="0" algn="l">
              <a:lnSpc>
                <a:spcPct val="115000"/>
              </a:lnSpc>
              <a:spcBef>
                <a:spcPts val="1200"/>
              </a:spcBef>
              <a:spcAft>
                <a:spcPts val="0"/>
              </a:spcAft>
              <a:buSzPts val="1100"/>
              <a:buNone/>
            </a:pPr>
            <a:r>
              <a:rPr lang="en-US"/>
              <a:t>We’re going to regularly feature the stories of systems engineers who have solved real-world problems using Trace. </a:t>
            </a:r>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Rather than polished testimonials, these will be </a:t>
            </a:r>
            <a:r>
              <a:rPr b="1" lang="en-US" sz="1100">
                <a:latin typeface="Arial"/>
                <a:ea typeface="Arial"/>
                <a:cs typeface="Arial"/>
                <a:sym typeface="Arial"/>
              </a:rPr>
              <a:t>granular, problem-solution deep dives.</a:t>
            </a:r>
            <a:r>
              <a:rPr lang="en-US" sz="1100">
                <a:latin typeface="Arial"/>
                <a:ea typeface="Arial"/>
                <a:cs typeface="Arial"/>
                <a:sym typeface="Arial"/>
              </a:rPr>
              <a:t> Each post will document a specific technical hurdle—such as managing requirement volatility or complex traceability—and the exact Trace.Space feature used to resolve it. </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a:t>This doesn't just give us credibility—when engineers see their peers from the same field featured, it builds trust and aspiration.</a:t>
            </a:r>
            <a:br>
              <a:rPr lang="en-US"/>
            </a:br>
            <a:br>
              <a:rPr lang="en-US"/>
            </a:br>
            <a:r>
              <a:rPr lang="en-US"/>
              <a:t> To the system </a:t>
            </a:r>
            <a:r>
              <a:rPr lang="en-US"/>
              <a:t>engineers</a:t>
            </a:r>
            <a:r>
              <a:rPr lang="en-US"/>
              <a:t> this creates a space where they feel they belong, they can engage, and they see their work represented. </a:t>
            </a:r>
            <a:endParaRPr/>
          </a:p>
          <a:p>
            <a:pPr indent="0" lvl="0" marL="0" rtl="0" algn="l">
              <a:lnSpc>
                <a:spcPct val="115000"/>
              </a:lnSpc>
              <a:spcBef>
                <a:spcPts val="1200"/>
              </a:spcBef>
              <a:spcAft>
                <a:spcPts val="0"/>
              </a:spcAft>
              <a:buSzPts val="1100"/>
              <a:buNone/>
            </a:pPr>
            <a:r>
              <a:rPr lang="en-US"/>
              <a:t>This builds a community of practice where engineers see Trace.Space not as a vendor, but as a standard tool in a modern engineer’s toolkit." </a:t>
            </a:r>
            <a:endParaRPr/>
          </a:p>
          <a:p>
            <a:pPr indent="0" lvl="0" marL="0" rtl="0" algn="l">
              <a:lnSpc>
                <a:spcPct val="115000"/>
              </a:lnSpc>
              <a:spcBef>
                <a:spcPts val="1200"/>
              </a:spcBef>
              <a:spcAft>
                <a:spcPts val="0"/>
              </a:spcAft>
              <a:buClr>
                <a:schemeClr val="dk1"/>
              </a:buClr>
              <a:buSzPts val="1100"/>
              <a:buFont typeface="Arial"/>
              <a:buNone/>
            </a:pPr>
            <a:r>
              <a:rPr lang="en-US"/>
              <a:t>This is how we foster a real community, drive organic engagement, and give our product a human face that engineers trust and relate to.</a:t>
            </a:r>
            <a:endParaRPr/>
          </a:p>
          <a:p>
            <a:pPr indent="0" lvl="0" marL="0" rtl="0" algn="l">
              <a:spcBef>
                <a:spcPts val="1200"/>
              </a:spcBef>
              <a:spcAft>
                <a:spcPts val="0"/>
              </a:spcAft>
              <a:buNone/>
            </a:pPr>
            <a:r>
              <a:t/>
            </a:r>
            <a:endParaRPr/>
          </a:p>
        </p:txBody>
      </p:sp>
      <p:sp>
        <p:nvSpPr>
          <p:cNvPr id="619" name="Google Shape;6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“Success for us in the first 30 days is not going to be measured by vanity metrics like huge follower counts or paid reach. Since we are an early-stage startup, our focus is on building meaningful traction within the systems engineering community itself. </a:t>
            </a:r>
            <a:br>
              <a:rPr lang="en-US"/>
            </a:br>
            <a:br>
              <a:rPr lang="en-US"/>
            </a:br>
            <a:r>
              <a:rPr lang="en-US"/>
              <a:t>The first metric we’ll track is ICP engagement on LinkedIn. Our ideal customer profile includes systems engineers, technical program leads, integration engineers, and engineering managers working in complex systems </a:t>
            </a:r>
            <a:br>
              <a:rPr lang="en-US"/>
            </a:br>
            <a:br>
              <a:rPr lang="en-US"/>
            </a:br>
            <a:r>
              <a:rPr lang="en-US"/>
              <a:t>So instead of measuring raw impressions, we care about who is engaging with us. If experienced engineers are commenting on our posts, sharing them, or starting discussions around our content, that is a strong signal that the market resonates with the problem we are solving. We want quality of audience over quantity. </a:t>
            </a:r>
            <a:br>
              <a:rPr lang="en-US"/>
            </a:br>
            <a:br>
              <a:rPr lang="en-US"/>
            </a:br>
            <a:r>
              <a:rPr lang="en-US"/>
              <a:t>The second metric is credible traction on Reddit. </a:t>
            </a:r>
            <a:br>
              <a:rPr lang="en-US"/>
            </a:br>
            <a:r>
              <a:rPr lang="en-US"/>
              <a:t>Reddit communities are very difficult to win over because engineers immediately reject anything that feels overly promotional or inauthentic.</a:t>
            </a:r>
            <a:br>
              <a:rPr lang="en-US"/>
            </a:br>
            <a:r>
              <a:rPr lang="en-US"/>
              <a:t> So our goal is not aggressive advertising. Instead, we want to participate genuinely in technical discussions, share relatable engineering pain points, post memes and workflow insights, and slowly become a trusted voice within those communities. Success here means our posts are being upvoted, saved, discussed, and engaged with organically rather than ignored or flagged as spam. That gives us authentic validation from real engineers. </a:t>
            </a:r>
            <a:br>
              <a:rPr lang="en-US"/>
            </a:br>
            <a:br>
              <a:rPr lang="en-US"/>
            </a:br>
            <a:r>
              <a:rPr lang="en-US"/>
              <a:t>The third metric is earned opportunities. As a startup, one of the strongest indicators that people are beginning to trust the product is when opportunities start coming to us organically. This could be a podcast invitation, a request to speak at an engineering community event, a niche industry newsletter featuring us, or a systems engineering influencer wanting to collaborate. Even one meaningful invitation in the first 30 days would indicate that the campaign is creating credibility and visibility in the right circles.</a:t>
            </a:r>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Our short-term objective is to position </a:t>
            </a:r>
            <a:r>
              <a:rPr b="1" lang="en-US" sz="1100">
                <a:latin typeface="Arial"/>
                <a:ea typeface="Arial"/>
                <a:cs typeface="Arial"/>
                <a:sym typeface="Arial"/>
              </a:rPr>
              <a:t>Trace.Space</a:t>
            </a:r>
            <a:r>
              <a:rPr lang="en-US" sz="1100">
                <a:latin typeface="Arial"/>
                <a:ea typeface="Arial"/>
                <a:cs typeface="Arial"/>
                <a:sym typeface="Arial"/>
              </a:rPr>
              <a:t> as the recognizable standard for </a:t>
            </a:r>
            <a:r>
              <a:rPr b="1" lang="en-US" sz="1100">
                <a:latin typeface="Arial"/>
                <a:ea typeface="Arial"/>
                <a:cs typeface="Arial"/>
                <a:sym typeface="Arial"/>
              </a:rPr>
              <a:t>AI-native requirements management.</a:t>
            </a:r>
            <a:r>
              <a:rPr lang="en-US" sz="1100">
                <a:latin typeface="Arial"/>
                <a:ea typeface="Arial"/>
                <a:cs typeface="Arial"/>
                <a:sym typeface="Arial"/>
              </a:rPr>
              <a:t> we do not need to mass market. By replacing manual, error-prone tracing with intelligent, automated workflows, we are helping engineers focus on design rather than documentation. If the community begins associating us with the solution to 'requirements hell,' we have built the right foundation for long-term growth.</a:t>
            </a:r>
            <a:br>
              <a:rPr lang="en-US"/>
            </a:br>
            <a:br>
              <a:rPr lang="en-US"/>
            </a:br>
            <a:r>
              <a:rPr lang="en-US"/>
              <a:t>This is our marketing campaign approach for Trace space to gain traction in the next 30 days. That can be achieved easily with the available man power and skills. I hope this helps. Thank you. </a:t>
            </a:r>
            <a:br>
              <a:rPr lang="en-US"/>
            </a:br>
            <a:br>
              <a:rPr lang="en-US"/>
            </a:br>
            <a:br>
              <a:rPr lang="en-US"/>
            </a:br>
            <a:r>
              <a:rPr lang="en-US" sz="1100">
                <a:latin typeface="Arial"/>
                <a:ea typeface="Arial"/>
                <a:cs typeface="Arial"/>
                <a:sym typeface="Arial"/>
              </a:rPr>
              <a:t>“Success for us in the first 30 days is not measured by vanity metrics like follower counts or paid reach. As an early-stage startup, our priority is building </a:t>
            </a:r>
            <a:r>
              <a:rPr b="1" lang="en-US" sz="1100">
                <a:latin typeface="Arial"/>
                <a:ea typeface="Arial"/>
                <a:cs typeface="Arial"/>
                <a:sym typeface="Arial"/>
              </a:rPr>
              <a:t>high-fidelity traction</a:t>
            </a:r>
            <a:r>
              <a:rPr lang="en-US" sz="1100">
                <a:latin typeface="Arial"/>
                <a:ea typeface="Arial"/>
                <a:cs typeface="Arial"/>
                <a:sym typeface="Arial"/>
              </a:rPr>
              <a:t> within the systems engineering community.</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We are tracking three core pillars of credibility:</a:t>
            </a:r>
            <a:endParaRPr sz="1100">
              <a:latin typeface="Arial"/>
              <a:ea typeface="Arial"/>
              <a:cs typeface="Arial"/>
              <a:sym typeface="Arial"/>
            </a:endParaRPr>
          </a:p>
          <a:p>
            <a:pPr indent="0" lvl="0" marL="0" rtl="0" algn="l">
              <a:lnSpc>
                <a:spcPct val="115000"/>
              </a:lnSpc>
              <a:spcBef>
                <a:spcPts val="1400"/>
              </a:spcBef>
              <a:spcAft>
                <a:spcPts val="0"/>
              </a:spcAft>
              <a:buSzPts val="1100"/>
              <a:buNone/>
            </a:pPr>
            <a:r>
              <a:rPr b="1" lang="en-US" sz="1300">
                <a:latin typeface="Arial"/>
                <a:ea typeface="Arial"/>
                <a:cs typeface="Arial"/>
                <a:sym typeface="Arial"/>
              </a:rPr>
              <a:t>1. ICP Engagement Velocity (LinkedIn)</a:t>
            </a:r>
            <a:endParaRPr b="1" sz="13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We aren't looking for raw impressions. We are tracking engagement from our </a:t>
            </a:r>
            <a:r>
              <a:rPr b="1" lang="en-US" sz="1100">
                <a:latin typeface="Arial"/>
                <a:ea typeface="Arial"/>
                <a:cs typeface="Arial"/>
                <a:sym typeface="Arial"/>
              </a:rPr>
              <a:t>Ideal Customer Profile</a:t>
            </a:r>
            <a:r>
              <a:rPr lang="en-US" sz="1100">
                <a:latin typeface="Arial"/>
                <a:ea typeface="Arial"/>
                <a:cs typeface="Arial"/>
                <a:sym typeface="Arial"/>
              </a:rPr>
              <a:t>: systems engineers, technical program leads, and integration engineers—specifically those managing complexity in regulated industries (like Aerospace, Automotive, and Defense).</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The Goal:</a:t>
            </a:r>
            <a:r>
              <a:rPr lang="en-US" sz="1100">
                <a:latin typeface="Arial"/>
                <a:ea typeface="Arial"/>
                <a:cs typeface="Arial"/>
                <a:sym typeface="Arial"/>
              </a:rPr>
              <a:t> Quality over quantity.</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The Signal:</a:t>
            </a:r>
            <a:r>
              <a:rPr lang="en-US" sz="1100">
                <a:latin typeface="Arial"/>
                <a:ea typeface="Arial"/>
                <a:cs typeface="Arial"/>
                <a:sym typeface="Arial"/>
              </a:rPr>
              <a:t> If a Lead Engineer at an OEM comments on a post or starts a discussion around our technical approach, that is a direct validation that our solution resonates with the people who actually feel the pain of legacy requirements management.</a:t>
            </a:r>
            <a:endParaRPr sz="1100">
              <a:latin typeface="Arial"/>
              <a:ea typeface="Arial"/>
              <a:cs typeface="Arial"/>
              <a:sym typeface="Arial"/>
            </a:endParaRPr>
          </a:p>
          <a:p>
            <a:pPr indent="0" lvl="0" marL="0" rtl="0" algn="l">
              <a:lnSpc>
                <a:spcPct val="115000"/>
              </a:lnSpc>
              <a:spcBef>
                <a:spcPts val="1400"/>
              </a:spcBef>
              <a:spcAft>
                <a:spcPts val="0"/>
              </a:spcAft>
              <a:buSzPts val="1100"/>
              <a:buNone/>
            </a:pPr>
            <a:r>
              <a:rPr b="1" lang="en-US" sz="1300">
                <a:latin typeface="Arial"/>
                <a:ea typeface="Arial"/>
                <a:cs typeface="Arial"/>
                <a:sym typeface="Arial"/>
              </a:rPr>
              <a:t>2. Technical Peer Validation (Reddit)</a:t>
            </a:r>
            <a:endParaRPr b="1" sz="13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Reddit is the ultimate litmus test for engineering tools. Our goal is to avoid the ‘marketing’ trap and participate as peers. We will share relatable workflow insights, discuss the friction of manual traceability, and contribute to technical debates in communities like </a:t>
            </a:r>
            <a:r>
              <a:rPr lang="en-US" sz="1100">
                <a:solidFill>
                  <a:srgbClr val="188038"/>
                </a:solidFill>
                <a:latin typeface="Roboto Mono"/>
                <a:ea typeface="Roboto Mono"/>
                <a:cs typeface="Roboto Mono"/>
                <a:sym typeface="Roboto Mono"/>
              </a:rPr>
              <a:t>r/systemsengineering</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The Goal:</a:t>
            </a:r>
            <a:r>
              <a:rPr lang="en-US" sz="1100">
                <a:latin typeface="Arial"/>
                <a:ea typeface="Arial"/>
                <a:cs typeface="Arial"/>
                <a:sym typeface="Arial"/>
              </a:rPr>
              <a:t> To move from 'outsider' to 'trusted voice.'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The Signal:</a:t>
            </a:r>
            <a:r>
              <a:rPr lang="en-US" sz="1100">
                <a:latin typeface="Arial"/>
                <a:ea typeface="Arial"/>
                <a:cs typeface="Arial"/>
                <a:sym typeface="Arial"/>
              </a:rPr>
              <a:t> We will measure success through </a:t>
            </a:r>
            <a:r>
              <a:rPr b="1" lang="en-US" sz="1100">
                <a:latin typeface="Arial"/>
                <a:ea typeface="Arial"/>
                <a:cs typeface="Arial"/>
                <a:sym typeface="Arial"/>
              </a:rPr>
              <a:t>organic saves and sentiment.</a:t>
            </a:r>
            <a:r>
              <a:rPr lang="en-US" sz="1100">
                <a:latin typeface="Arial"/>
                <a:ea typeface="Arial"/>
                <a:cs typeface="Arial"/>
                <a:sym typeface="Arial"/>
              </a:rPr>
              <a:t> When our content is saved as a resource or debated technically without being flagged as promotional, we have achieved authentic validation from a highly skeptical audience.</a:t>
            </a:r>
            <a:endParaRPr sz="1100">
              <a:latin typeface="Arial"/>
              <a:ea typeface="Arial"/>
              <a:cs typeface="Arial"/>
              <a:sym typeface="Arial"/>
            </a:endParaRPr>
          </a:p>
          <a:p>
            <a:pPr indent="0" lvl="0" marL="0" rtl="0" algn="l">
              <a:lnSpc>
                <a:spcPct val="115000"/>
              </a:lnSpc>
              <a:spcBef>
                <a:spcPts val="1400"/>
              </a:spcBef>
              <a:spcAft>
                <a:spcPts val="0"/>
              </a:spcAft>
              <a:buSzPts val="1100"/>
              <a:buNone/>
            </a:pPr>
            <a:r>
              <a:rPr b="1" lang="en-US" sz="1300">
                <a:latin typeface="Arial"/>
                <a:ea typeface="Arial"/>
                <a:cs typeface="Arial"/>
                <a:sym typeface="Arial"/>
              </a:rPr>
              <a:t>3. Inbound ‘Earned’ Opportunities</a:t>
            </a:r>
            <a:endParaRPr b="1" sz="13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The strongest indicator of trust in a technical product is </a:t>
            </a:r>
            <a:r>
              <a:rPr b="1" lang="en-US" sz="1100">
                <a:latin typeface="Arial"/>
                <a:ea typeface="Arial"/>
                <a:cs typeface="Arial"/>
                <a:sym typeface="Arial"/>
              </a:rPr>
              <a:t>Market Pull.</a:t>
            </a:r>
            <a:r>
              <a:rPr lang="en-US" sz="1100">
                <a:latin typeface="Arial"/>
                <a:ea typeface="Arial"/>
                <a:cs typeface="Arial"/>
                <a:sym typeface="Arial"/>
              </a:rPr>
              <a:t> We want to see Trace.Space being pulled into the ecosystem rather than pushed.</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The Goal:</a:t>
            </a:r>
            <a:r>
              <a:rPr lang="en-US" sz="1100">
                <a:latin typeface="Arial"/>
                <a:ea typeface="Arial"/>
                <a:cs typeface="Arial"/>
                <a:sym typeface="Arial"/>
              </a:rPr>
              <a:t> Secure at least one high-authority organic invitation within 30 days.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The Signal:</a:t>
            </a:r>
            <a:r>
              <a:rPr lang="en-US" sz="1100">
                <a:latin typeface="Arial"/>
                <a:ea typeface="Arial"/>
                <a:cs typeface="Arial"/>
                <a:sym typeface="Arial"/>
              </a:rPr>
              <a:t> A request to speak at an industry event, an invitation to a niche engineering podcast, or a mention in a respected systems engineering newsletter. This proves we are viewed as a credible solution, not just another tool.</a:t>
            </a:r>
            <a:endParaRPr sz="1100">
              <a:latin typeface="Arial"/>
              <a:ea typeface="Arial"/>
              <a:cs typeface="Arial"/>
              <a:sym typeface="Arial"/>
            </a:endParaRPr>
          </a:p>
          <a:p>
            <a:pPr indent="0" lvl="0" marL="0" rtl="0" algn="l">
              <a:lnSpc>
                <a:spcPct val="115000"/>
              </a:lnSpc>
              <a:spcBef>
                <a:spcPts val="1400"/>
              </a:spcBef>
              <a:spcAft>
                <a:spcPts val="0"/>
              </a:spcAft>
              <a:buSzPts val="1100"/>
              <a:buNone/>
            </a:pPr>
            <a:r>
              <a:rPr b="1" lang="en-US" sz="1300">
                <a:latin typeface="Arial"/>
                <a:ea typeface="Arial"/>
                <a:cs typeface="Arial"/>
                <a:sym typeface="Arial"/>
              </a:rPr>
              <a:t>The Vision</a:t>
            </a:r>
            <a:endParaRPr b="1" sz="13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Our short-term objective is to position </a:t>
            </a:r>
            <a:r>
              <a:rPr b="1" lang="en-US" sz="1100">
                <a:latin typeface="Arial"/>
                <a:ea typeface="Arial"/>
                <a:cs typeface="Arial"/>
                <a:sym typeface="Arial"/>
              </a:rPr>
              <a:t>Trace.Space</a:t>
            </a:r>
            <a:r>
              <a:rPr lang="en-US" sz="1100">
                <a:latin typeface="Arial"/>
                <a:ea typeface="Arial"/>
                <a:cs typeface="Arial"/>
                <a:sym typeface="Arial"/>
              </a:rPr>
              <a:t> as the recognizable standard for </a:t>
            </a:r>
            <a:r>
              <a:rPr b="1" lang="en-US" sz="1100">
                <a:latin typeface="Arial"/>
                <a:ea typeface="Arial"/>
                <a:cs typeface="Arial"/>
                <a:sym typeface="Arial"/>
              </a:rPr>
              <a:t>AI-native requirements management.</a:t>
            </a:r>
            <a:r>
              <a:rPr lang="en-US" sz="1100">
                <a:latin typeface="Arial"/>
                <a:ea typeface="Arial"/>
                <a:cs typeface="Arial"/>
                <a:sym typeface="Arial"/>
              </a:rPr>
              <a:t> By replacing manual, error-prone tracing with intelligent, automated workflows, we are helping engineers focus on design rather than documentation. If the community begins associating us with the solution to 'requirements hell,' we have built the right foundation for long-term growth.”</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684" name="Google Shape;68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tracespace-demo.vercel.app/"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cxnSp>
        <p:nvCxnSpPr>
          <p:cNvPr id="16" name="Google Shape;16;p3"/>
          <p:cNvCxnSpPr/>
          <p:nvPr/>
        </p:nvCxnSpPr>
        <p:spPr>
          <a:xfrm>
            <a:off x="11247120" y="868680"/>
            <a:ext cx="502800" cy="183000"/>
          </a:xfrm>
          <a:prstGeom prst="straightConnector1">
            <a:avLst/>
          </a:prstGeom>
          <a:noFill/>
          <a:ln cap="flat" cmpd="sng" w="9525">
            <a:solidFill>
              <a:srgbClr val="9CA3AF"/>
            </a:solidFill>
            <a:prstDash val="solid"/>
            <a:round/>
            <a:headEnd len="sm" w="sm" type="none"/>
            <a:tailEnd len="sm" w="sm" type="none"/>
          </a:ln>
        </p:spPr>
      </p:cxnSp>
      <p:cxnSp>
        <p:nvCxnSpPr>
          <p:cNvPr id="17" name="Google Shape;17;p3"/>
          <p:cNvCxnSpPr/>
          <p:nvPr/>
        </p:nvCxnSpPr>
        <p:spPr>
          <a:xfrm flipH="1">
            <a:off x="11018520" y="868680"/>
            <a:ext cx="228600" cy="411600"/>
          </a:xfrm>
          <a:prstGeom prst="straightConnector1">
            <a:avLst/>
          </a:prstGeom>
          <a:noFill/>
          <a:ln cap="flat" cmpd="sng" w="9525">
            <a:solidFill>
              <a:srgbClr val="9CA3AF"/>
            </a:solidFill>
            <a:prstDash val="solid"/>
            <a:round/>
            <a:headEnd len="sm" w="sm" type="none"/>
            <a:tailEnd len="sm" w="sm" type="none"/>
          </a:ln>
        </p:spPr>
      </p:cxnSp>
      <p:cxnSp>
        <p:nvCxnSpPr>
          <p:cNvPr id="18" name="Google Shape;18;p3"/>
          <p:cNvCxnSpPr/>
          <p:nvPr/>
        </p:nvCxnSpPr>
        <p:spPr>
          <a:xfrm>
            <a:off x="11018520" y="1280160"/>
            <a:ext cx="457200" cy="137100"/>
          </a:xfrm>
          <a:prstGeom prst="straightConnector1">
            <a:avLst/>
          </a:prstGeom>
          <a:noFill/>
          <a:ln cap="flat" cmpd="sng" w="9525">
            <a:solidFill>
              <a:srgbClr val="9CA3AF"/>
            </a:solidFill>
            <a:prstDash val="solid"/>
            <a:round/>
            <a:headEnd len="sm" w="sm" type="none"/>
            <a:tailEnd len="sm" w="sm" type="none"/>
          </a:ln>
        </p:spPr>
      </p:cxnSp>
      <p:cxnSp>
        <p:nvCxnSpPr>
          <p:cNvPr id="19" name="Google Shape;19;p3"/>
          <p:cNvCxnSpPr/>
          <p:nvPr/>
        </p:nvCxnSpPr>
        <p:spPr>
          <a:xfrm flipH="1">
            <a:off x="11475840" y="1051560"/>
            <a:ext cx="274200" cy="365700"/>
          </a:xfrm>
          <a:prstGeom prst="straightConnector1">
            <a:avLst/>
          </a:prstGeom>
          <a:noFill/>
          <a:ln cap="flat" cmpd="sng" w="9525">
            <a:solidFill>
              <a:srgbClr val="9CA3AF"/>
            </a:solidFill>
            <a:prstDash val="solid"/>
            <a:round/>
            <a:headEnd len="sm" w="sm" type="none"/>
            <a:tailEnd len="sm" w="sm" type="none"/>
          </a:ln>
        </p:spPr>
      </p:cxnSp>
      <p:sp>
        <p:nvSpPr>
          <p:cNvPr id="20" name="Google Shape;20;p3"/>
          <p:cNvSpPr/>
          <p:nvPr/>
        </p:nvSpPr>
        <p:spPr>
          <a:xfrm>
            <a:off x="11210544" y="832104"/>
            <a:ext cx="73200" cy="73200"/>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11713464" y="1014984"/>
            <a:ext cx="73200" cy="73200"/>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11439144" y="1380744"/>
            <a:ext cx="73200" cy="73200"/>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10981944" y="1243584"/>
            <a:ext cx="73200" cy="73200"/>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457200" y="274320"/>
            <a:ext cx="182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00"/>
              <a:buFont typeface="Courier New"/>
              <a:buNone/>
            </a:pPr>
            <a:r>
              <a:rPr b="1" i="0" lang="en-US" sz="1000" u="none" cap="none" strike="noStrike">
                <a:solidFill>
                  <a:srgbClr val="000000"/>
                </a:solidFill>
                <a:latin typeface="Courier New"/>
                <a:ea typeface="Courier New"/>
                <a:cs typeface="Courier New"/>
                <a:sym typeface="Courier New"/>
              </a:rPr>
              <a:t>TRACE.SPACE</a:t>
            </a:r>
            <a:endParaRPr b="0" i="0" sz="1000" u="none" cap="none" strike="noStrike">
              <a:solidFill>
                <a:schemeClr val="dk1"/>
              </a:solidFill>
              <a:latin typeface="Calibri"/>
              <a:ea typeface="Calibri"/>
              <a:cs typeface="Calibri"/>
              <a:sym typeface="Calibri"/>
            </a:endParaRPr>
          </a:p>
        </p:txBody>
      </p:sp>
      <p:sp>
        <p:nvSpPr>
          <p:cNvPr id="25" name="Google Shape;25;p3"/>
          <p:cNvSpPr/>
          <p:nvPr/>
        </p:nvSpPr>
        <p:spPr>
          <a:xfrm>
            <a:off x="10332720" y="274320"/>
            <a:ext cx="1371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ourier New"/>
              <a:buNone/>
            </a:pPr>
            <a:r>
              <a:rPr b="0" i="0" lang="en-US" sz="900" u="none" cap="none" strike="noStrike">
                <a:solidFill>
                  <a:srgbClr val="6B7280"/>
                </a:solidFill>
                <a:latin typeface="Courier New"/>
                <a:ea typeface="Courier New"/>
                <a:cs typeface="Courier New"/>
                <a:sym typeface="Courier New"/>
              </a:rPr>
              <a:t>01 / 08</a:t>
            </a:r>
            <a:endParaRPr b="0" i="0" sz="900" u="none" cap="none" strike="noStrike">
              <a:solidFill>
                <a:schemeClr val="dk1"/>
              </a:solidFill>
              <a:latin typeface="Calibri"/>
              <a:ea typeface="Calibri"/>
              <a:cs typeface="Calibri"/>
              <a:sym typeface="Calibri"/>
            </a:endParaRPr>
          </a:p>
        </p:txBody>
      </p:sp>
      <p:cxnSp>
        <p:nvCxnSpPr>
          <p:cNvPr id="26" name="Google Shape;26;p3"/>
          <p:cNvCxnSpPr/>
          <p:nvPr/>
        </p:nvCxnSpPr>
        <p:spPr>
          <a:xfrm>
            <a:off x="457200" y="594360"/>
            <a:ext cx="11274600" cy="0"/>
          </a:xfrm>
          <a:prstGeom prst="straightConnector1">
            <a:avLst/>
          </a:prstGeom>
          <a:noFill/>
          <a:ln cap="flat" cmpd="sng" w="9525">
            <a:solidFill>
              <a:srgbClr val="D1D5DB"/>
            </a:solidFill>
            <a:prstDash val="solid"/>
            <a:round/>
            <a:headEnd len="sm" w="sm" type="none"/>
            <a:tailEnd len="sm" w="sm" type="none"/>
          </a:ln>
        </p:spPr>
      </p:cxnSp>
      <p:cxnSp>
        <p:nvCxnSpPr>
          <p:cNvPr id="27" name="Google Shape;27;p3"/>
          <p:cNvCxnSpPr/>
          <p:nvPr/>
        </p:nvCxnSpPr>
        <p:spPr>
          <a:xfrm>
            <a:off x="365760" y="777240"/>
            <a:ext cx="11430000" cy="0"/>
          </a:xfrm>
          <a:prstGeom prst="straightConnector1">
            <a:avLst/>
          </a:prstGeom>
          <a:noFill/>
          <a:ln cap="flat" cmpd="sng" w="9525">
            <a:solidFill>
              <a:srgbClr val="D1D5DB"/>
            </a:solidFill>
            <a:prstDash val="solid"/>
            <a:round/>
            <a:headEnd len="sm" w="sm" type="none"/>
            <a:tailEnd len="sm" w="sm" type="none"/>
          </a:ln>
        </p:spPr>
      </p:cxnSp>
      <p:cxnSp>
        <p:nvCxnSpPr>
          <p:cNvPr id="28" name="Google Shape;28;p3"/>
          <p:cNvCxnSpPr/>
          <p:nvPr/>
        </p:nvCxnSpPr>
        <p:spPr>
          <a:xfrm>
            <a:off x="365760" y="1645920"/>
            <a:ext cx="11430000" cy="0"/>
          </a:xfrm>
          <a:prstGeom prst="straightConnector1">
            <a:avLst/>
          </a:prstGeom>
          <a:noFill/>
          <a:ln cap="flat" cmpd="sng" w="9525">
            <a:solidFill>
              <a:srgbClr val="D1D5DB"/>
            </a:solidFill>
            <a:prstDash val="solid"/>
            <a:round/>
            <a:headEnd len="sm" w="sm" type="none"/>
            <a:tailEnd len="sm" w="sm" type="none"/>
          </a:ln>
        </p:spPr>
      </p:cxnSp>
      <p:cxnSp>
        <p:nvCxnSpPr>
          <p:cNvPr id="29" name="Google Shape;29;p3"/>
          <p:cNvCxnSpPr/>
          <p:nvPr/>
        </p:nvCxnSpPr>
        <p:spPr>
          <a:xfrm>
            <a:off x="365760" y="777240"/>
            <a:ext cx="0" cy="868800"/>
          </a:xfrm>
          <a:prstGeom prst="straightConnector1">
            <a:avLst/>
          </a:prstGeom>
          <a:noFill/>
          <a:ln cap="flat" cmpd="sng" w="9525">
            <a:solidFill>
              <a:srgbClr val="D1D5DB"/>
            </a:solidFill>
            <a:prstDash val="solid"/>
            <a:round/>
            <a:headEnd len="sm" w="sm" type="none"/>
            <a:tailEnd len="sm" w="sm" type="none"/>
          </a:ln>
        </p:spPr>
      </p:cxnSp>
      <p:cxnSp>
        <p:nvCxnSpPr>
          <p:cNvPr id="30" name="Google Shape;30;p3"/>
          <p:cNvCxnSpPr/>
          <p:nvPr/>
        </p:nvCxnSpPr>
        <p:spPr>
          <a:xfrm>
            <a:off x="11795760" y="777240"/>
            <a:ext cx="0" cy="868800"/>
          </a:xfrm>
          <a:prstGeom prst="straightConnector1">
            <a:avLst/>
          </a:prstGeom>
          <a:noFill/>
          <a:ln cap="flat" cmpd="sng" w="9525">
            <a:solidFill>
              <a:srgbClr val="D1D5DB"/>
            </a:solidFill>
            <a:prstDash val="solid"/>
            <a:round/>
            <a:headEnd len="sm" w="sm" type="none"/>
            <a:tailEnd len="sm" w="sm" type="none"/>
          </a:ln>
        </p:spPr>
      </p:cxnSp>
      <p:cxnSp>
        <p:nvCxnSpPr>
          <p:cNvPr id="31" name="Google Shape;31;p3"/>
          <p:cNvCxnSpPr/>
          <p:nvPr/>
        </p:nvCxnSpPr>
        <p:spPr>
          <a:xfrm>
            <a:off x="365760" y="777240"/>
            <a:ext cx="201300" cy="0"/>
          </a:xfrm>
          <a:prstGeom prst="straightConnector1">
            <a:avLst/>
          </a:prstGeom>
          <a:noFill/>
          <a:ln cap="flat" cmpd="sng" w="12700">
            <a:solidFill>
              <a:srgbClr val="0A0A0A"/>
            </a:solidFill>
            <a:prstDash val="solid"/>
            <a:round/>
            <a:headEnd len="sm" w="sm" type="none"/>
            <a:tailEnd len="sm" w="sm" type="none"/>
          </a:ln>
        </p:spPr>
      </p:cxnSp>
      <p:cxnSp>
        <p:nvCxnSpPr>
          <p:cNvPr id="32" name="Google Shape;32;p3"/>
          <p:cNvCxnSpPr/>
          <p:nvPr/>
        </p:nvCxnSpPr>
        <p:spPr>
          <a:xfrm>
            <a:off x="365760" y="777240"/>
            <a:ext cx="0" cy="201300"/>
          </a:xfrm>
          <a:prstGeom prst="straightConnector1">
            <a:avLst/>
          </a:prstGeom>
          <a:noFill/>
          <a:ln cap="flat" cmpd="sng" w="12700">
            <a:solidFill>
              <a:srgbClr val="0A0A0A"/>
            </a:solidFill>
            <a:prstDash val="solid"/>
            <a:round/>
            <a:headEnd len="sm" w="sm" type="none"/>
            <a:tailEnd len="sm" w="sm" type="none"/>
          </a:ln>
        </p:spPr>
      </p:cxnSp>
      <p:cxnSp>
        <p:nvCxnSpPr>
          <p:cNvPr id="33" name="Google Shape;33;p3"/>
          <p:cNvCxnSpPr/>
          <p:nvPr/>
        </p:nvCxnSpPr>
        <p:spPr>
          <a:xfrm>
            <a:off x="11594592" y="777240"/>
            <a:ext cx="201300" cy="0"/>
          </a:xfrm>
          <a:prstGeom prst="straightConnector1">
            <a:avLst/>
          </a:prstGeom>
          <a:noFill/>
          <a:ln cap="flat" cmpd="sng" w="12700">
            <a:solidFill>
              <a:srgbClr val="0A0A0A"/>
            </a:solidFill>
            <a:prstDash val="solid"/>
            <a:round/>
            <a:headEnd len="sm" w="sm" type="none"/>
            <a:tailEnd len="sm" w="sm" type="none"/>
          </a:ln>
        </p:spPr>
      </p:cxnSp>
      <p:cxnSp>
        <p:nvCxnSpPr>
          <p:cNvPr id="34" name="Google Shape;34;p3"/>
          <p:cNvCxnSpPr/>
          <p:nvPr/>
        </p:nvCxnSpPr>
        <p:spPr>
          <a:xfrm>
            <a:off x="11795760" y="777240"/>
            <a:ext cx="0" cy="201300"/>
          </a:xfrm>
          <a:prstGeom prst="straightConnector1">
            <a:avLst/>
          </a:prstGeom>
          <a:noFill/>
          <a:ln cap="flat" cmpd="sng" w="12700">
            <a:solidFill>
              <a:srgbClr val="0A0A0A"/>
            </a:solidFill>
            <a:prstDash val="solid"/>
            <a:round/>
            <a:headEnd len="sm" w="sm" type="none"/>
            <a:tailEnd len="sm" w="sm" type="none"/>
          </a:ln>
        </p:spPr>
      </p:cxnSp>
      <p:cxnSp>
        <p:nvCxnSpPr>
          <p:cNvPr id="35" name="Google Shape;35;p3"/>
          <p:cNvCxnSpPr/>
          <p:nvPr/>
        </p:nvCxnSpPr>
        <p:spPr>
          <a:xfrm>
            <a:off x="365760" y="1444752"/>
            <a:ext cx="0" cy="201300"/>
          </a:xfrm>
          <a:prstGeom prst="straightConnector1">
            <a:avLst/>
          </a:prstGeom>
          <a:noFill/>
          <a:ln cap="flat" cmpd="sng" w="12700">
            <a:solidFill>
              <a:srgbClr val="0A0A0A"/>
            </a:solidFill>
            <a:prstDash val="solid"/>
            <a:round/>
            <a:headEnd len="sm" w="sm" type="none"/>
            <a:tailEnd len="sm" w="sm" type="none"/>
          </a:ln>
        </p:spPr>
      </p:cxnSp>
      <p:cxnSp>
        <p:nvCxnSpPr>
          <p:cNvPr id="36" name="Google Shape;36;p3"/>
          <p:cNvCxnSpPr/>
          <p:nvPr/>
        </p:nvCxnSpPr>
        <p:spPr>
          <a:xfrm>
            <a:off x="365760" y="1645920"/>
            <a:ext cx="201300" cy="0"/>
          </a:xfrm>
          <a:prstGeom prst="straightConnector1">
            <a:avLst/>
          </a:prstGeom>
          <a:noFill/>
          <a:ln cap="flat" cmpd="sng" w="12700">
            <a:solidFill>
              <a:srgbClr val="0A0A0A"/>
            </a:solidFill>
            <a:prstDash val="solid"/>
            <a:round/>
            <a:headEnd len="sm" w="sm" type="none"/>
            <a:tailEnd len="sm" w="sm" type="none"/>
          </a:ln>
        </p:spPr>
      </p:cxnSp>
      <p:cxnSp>
        <p:nvCxnSpPr>
          <p:cNvPr id="37" name="Google Shape;37;p3"/>
          <p:cNvCxnSpPr/>
          <p:nvPr/>
        </p:nvCxnSpPr>
        <p:spPr>
          <a:xfrm>
            <a:off x="11594592" y="1645920"/>
            <a:ext cx="201300" cy="0"/>
          </a:xfrm>
          <a:prstGeom prst="straightConnector1">
            <a:avLst/>
          </a:prstGeom>
          <a:noFill/>
          <a:ln cap="flat" cmpd="sng" w="12700">
            <a:solidFill>
              <a:srgbClr val="0A0A0A"/>
            </a:solidFill>
            <a:prstDash val="solid"/>
            <a:round/>
            <a:headEnd len="sm" w="sm" type="none"/>
            <a:tailEnd len="sm" w="sm" type="none"/>
          </a:ln>
        </p:spPr>
      </p:cxnSp>
      <p:cxnSp>
        <p:nvCxnSpPr>
          <p:cNvPr id="38" name="Google Shape;38;p3"/>
          <p:cNvCxnSpPr/>
          <p:nvPr/>
        </p:nvCxnSpPr>
        <p:spPr>
          <a:xfrm>
            <a:off x="11795760" y="1444752"/>
            <a:ext cx="0" cy="201300"/>
          </a:xfrm>
          <a:prstGeom prst="straightConnector1">
            <a:avLst/>
          </a:prstGeom>
          <a:noFill/>
          <a:ln cap="flat" cmpd="sng" w="12700">
            <a:solidFill>
              <a:srgbClr val="0A0A0A"/>
            </a:solidFill>
            <a:prstDash val="solid"/>
            <a:round/>
            <a:headEnd len="sm" w="sm" type="none"/>
            <a:tailEnd len="sm" w="sm" type="none"/>
          </a:ln>
        </p:spPr>
      </p:cxnSp>
      <p:sp>
        <p:nvSpPr>
          <p:cNvPr id="39" name="Google Shape;39;p3"/>
          <p:cNvSpPr/>
          <p:nvPr/>
        </p:nvSpPr>
        <p:spPr>
          <a:xfrm>
            <a:off x="457200" y="868680"/>
            <a:ext cx="112470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400"/>
              <a:buFont typeface="Arial Black"/>
              <a:buNone/>
            </a:pPr>
            <a:r>
              <a:rPr b="1" i="0" lang="en-US" sz="3400" u="none" cap="none" strike="noStrike">
                <a:solidFill>
                  <a:srgbClr val="000000"/>
                </a:solidFill>
                <a:latin typeface="Arial Black"/>
                <a:ea typeface="Arial Black"/>
                <a:cs typeface="Arial Black"/>
                <a:sym typeface="Arial Black"/>
              </a:rPr>
              <a:t>Trace. </a:t>
            </a:r>
            <a:r>
              <a:rPr b="1" lang="en-US" sz="3400">
                <a:latin typeface="Arial Black"/>
                <a:ea typeface="Arial Black"/>
                <a:cs typeface="Arial Black"/>
                <a:sym typeface="Arial Black"/>
              </a:rPr>
              <a:t>Space</a:t>
            </a:r>
            <a:endParaRPr b="0" i="0" sz="3400" u="none" cap="none" strike="noStrike">
              <a:solidFill>
                <a:schemeClr val="dk1"/>
              </a:solidFill>
              <a:latin typeface="Calibri"/>
              <a:ea typeface="Calibri"/>
              <a:cs typeface="Calibri"/>
              <a:sym typeface="Calibri"/>
            </a:endParaRPr>
          </a:p>
        </p:txBody>
      </p:sp>
      <p:sp>
        <p:nvSpPr>
          <p:cNvPr id="40" name="Google Shape;40;p3"/>
          <p:cNvSpPr/>
          <p:nvPr/>
        </p:nvSpPr>
        <p:spPr>
          <a:xfrm>
            <a:off x="457200" y="1755648"/>
            <a:ext cx="112470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400"/>
              <a:buFont typeface="Courier New"/>
              <a:buNone/>
            </a:pPr>
            <a:r>
              <a:rPr b="1" i="0" lang="en-US" sz="1400" u="none" cap="none" strike="noStrike">
                <a:solidFill>
                  <a:srgbClr val="5B21B6"/>
                </a:solidFill>
                <a:latin typeface="Courier New"/>
                <a:ea typeface="Courier New"/>
                <a:cs typeface="Courier New"/>
                <a:sym typeface="Courier New"/>
              </a:rPr>
              <a:t>MARKETING STRATEGY </a:t>
            </a:r>
            <a:endParaRPr b="0" i="0" sz="1400" u="none" cap="none" strike="noStrike">
              <a:solidFill>
                <a:schemeClr val="dk1"/>
              </a:solidFill>
              <a:latin typeface="Calibri"/>
              <a:ea typeface="Calibri"/>
              <a:cs typeface="Calibri"/>
              <a:sym typeface="Calibri"/>
            </a:endParaRPr>
          </a:p>
        </p:txBody>
      </p:sp>
      <p:sp>
        <p:nvSpPr>
          <p:cNvPr id="41" name="Google Shape;41;p3"/>
          <p:cNvSpPr/>
          <p:nvPr/>
        </p:nvSpPr>
        <p:spPr>
          <a:xfrm>
            <a:off x="457200" y="2103120"/>
            <a:ext cx="11247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A0A"/>
              </a:buClr>
              <a:buSzPts val="2200"/>
              <a:buFont typeface="Arial Black"/>
              <a:buNone/>
            </a:pPr>
            <a:r>
              <a:rPr b="1" i="0" lang="en-US" sz="2200" u="none" cap="none" strike="noStrike">
                <a:solidFill>
                  <a:srgbClr val="0A0A0A"/>
                </a:solidFill>
                <a:latin typeface="Arial Black"/>
                <a:ea typeface="Arial Black"/>
                <a:cs typeface="Arial Black"/>
                <a:sym typeface="Arial Black"/>
              </a:rPr>
              <a:t>A zero-budget campaign</a:t>
            </a:r>
            <a:r>
              <a:rPr b="1" lang="en-US" sz="2200">
                <a:solidFill>
                  <a:srgbClr val="0A0A0A"/>
                </a:solidFill>
                <a:latin typeface="Arial Black"/>
                <a:ea typeface="Arial Black"/>
                <a:cs typeface="Arial Black"/>
                <a:sym typeface="Arial Black"/>
              </a:rPr>
              <a:t>.</a:t>
            </a:r>
            <a:endParaRPr b="0" i="0" sz="2200" u="none" cap="none" strike="noStrike">
              <a:solidFill>
                <a:schemeClr val="dk1"/>
              </a:solidFill>
              <a:latin typeface="Calibri"/>
              <a:ea typeface="Calibri"/>
              <a:cs typeface="Calibri"/>
              <a:sym typeface="Calibri"/>
            </a:endParaRPr>
          </a:p>
        </p:txBody>
      </p:sp>
      <p:sp>
        <p:nvSpPr>
          <p:cNvPr id="42" name="Google Shape;42;p3"/>
          <p:cNvSpPr/>
          <p:nvPr/>
        </p:nvSpPr>
        <p:spPr>
          <a:xfrm>
            <a:off x="457200" y="3611880"/>
            <a:ext cx="11247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100"/>
              <a:buFont typeface="Courier New"/>
              <a:buNone/>
            </a:pPr>
            <a:r>
              <a:rPr b="1" i="0" lang="en-US" sz="1100" u="none" cap="none" strike="noStrike">
                <a:solidFill>
                  <a:srgbClr val="5B21B6"/>
                </a:solidFill>
                <a:latin typeface="Courier New"/>
                <a:ea typeface="Courier New"/>
                <a:cs typeface="Courier New"/>
                <a:sym typeface="Courier New"/>
              </a:rPr>
              <a:t>TEAM 02</a:t>
            </a:r>
            <a:endParaRPr b="0" i="0" sz="1100" u="none" cap="none" strike="noStrike">
              <a:solidFill>
                <a:schemeClr val="dk1"/>
              </a:solidFill>
              <a:latin typeface="Calibri"/>
              <a:ea typeface="Calibri"/>
              <a:cs typeface="Calibri"/>
              <a:sym typeface="Calibri"/>
            </a:endParaRPr>
          </a:p>
        </p:txBody>
      </p:sp>
      <p:cxnSp>
        <p:nvCxnSpPr>
          <p:cNvPr id="43" name="Google Shape;43;p3"/>
          <p:cNvCxnSpPr/>
          <p:nvPr/>
        </p:nvCxnSpPr>
        <p:spPr>
          <a:xfrm>
            <a:off x="365760" y="3931920"/>
            <a:ext cx="11430000" cy="0"/>
          </a:xfrm>
          <a:prstGeom prst="straightConnector1">
            <a:avLst/>
          </a:prstGeom>
          <a:noFill/>
          <a:ln cap="flat" cmpd="sng" w="9525">
            <a:solidFill>
              <a:srgbClr val="D1D5DB"/>
            </a:solidFill>
            <a:prstDash val="solid"/>
            <a:round/>
            <a:headEnd len="sm" w="sm" type="none"/>
            <a:tailEnd len="sm" w="sm" type="none"/>
          </a:ln>
        </p:spPr>
      </p:cxnSp>
      <p:cxnSp>
        <p:nvCxnSpPr>
          <p:cNvPr id="44" name="Google Shape;44;p3"/>
          <p:cNvCxnSpPr/>
          <p:nvPr/>
        </p:nvCxnSpPr>
        <p:spPr>
          <a:xfrm>
            <a:off x="365760" y="4160520"/>
            <a:ext cx="2696400" cy="0"/>
          </a:xfrm>
          <a:prstGeom prst="straightConnector1">
            <a:avLst/>
          </a:prstGeom>
          <a:noFill/>
          <a:ln cap="flat" cmpd="sng" w="9525">
            <a:solidFill>
              <a:srgbClr val="D1D5DB"/>
            </a:solidFill>
            <a:prstDash val="solid"/>
            <a:round/>
            <a:headEnd len="sm" w="sm" type="none"/>
            <a:tailEnd len="sm" w="sm" type="none"/>
          </a:ln>
        </p:spPr>
      </p:cxnSp>
      <p:cxnSp>
        <p:nvCxnSpPr>
          <p:cNvPr id="45" name="Google Shape;45;p3"/>
          <p:cNvCxnSpPr/>
          <p:nvPr/>
        </p:nvCxnSpPr>
        <p:spPr>
          <a:xfrm>
            <a:off x="365760" y="6492240"/>
            <a:ext cx="2696400" cy="0"/>
          </a:xfrm>
          <a:prstGeom prst="straightConnector1">
            <a:avLst/>
          </a:prstGeom>
          <a:noFill/>
          <a:ln cap="flat" cmpd="sng" w="9525">
            <a:solidFill>
              <a:srgbClr val="D1D5DB"/>
            </a:solidFill>
            <a:prstDash val="solid"/>
            <a:round/>
            <a:headEnd len="sm" w="sm" type="none"/>
            <a:tailEnd len="sm" w="sm" type="none"/>
          </a:ln>
        </p:spPr>
      </p:cxnSp>
      <p:cxnSp>
        <p:nvCxnSpPr>
          <p:cNvPr id="46" name="Google Shape;46;p3"/>
          <p:cNvCxnSpPr/>
          <p:nvPr/>
        </p:nvCxnSpPr>
        <p:spPr>
          <a:xfrm>
            <a:off x="365760" y="4160520"/>
            <a:ext cx="0" cy="2331600"/>
          </a:xfrm>
          <a:prstGeom prst="straightConnector1">
            <a:avLst/>
          </a:prstGeom>
          <a:noFill/>
          <a:ln cap="flat" cmpd="sng" w="9525">
            <a:solidFill>
              <a:srgbClr val="D1D5DB"/>
            </a:solidFill>
            <a:prstDash val="solid"/>
            <a:round/>
            <a:headEnd len="sm" w="sm" type="none"/>
            <a:tailEnd len="sm" w="sm" type="none"/>
          </a:ln>
        </p:spPr>
      </p:cxnSp>
      <p:cxnSp>
        <p:nvCxnSpPr>
          <p:cNvPr id="47" name="Google Shape;47;p3"/>
          <p:cNvCxnSpPr/>
          <p:nvPr/>
        </p:nvCxnSpPr>
        <p:spPr>
          <a:xfrm>
            <a:off x="3062097" y="4160520"/>
            <a:ext cx="0" cy="2331600"/>
          </a:xfrm>
          <a:prstGeom prst="straightConnector1">
            <a:avLst/>
          </a:prstGeom>
          <a:noFill/>
          <a:ln cap="flat" cmpd="sng" w="9525">
            <a:solidFill>
              <a:srgbClr val="D1D5DB"/>
            </a:solidFill>
            <a:prstDash val="solid"/>
            <a:round/>
            <a:headEnd len="sm" w="sm" type="none"/>
            <a:tailEnd len="sm" w="sm" type="none"/>
          </a:ln>
        </p:spPr>
      </p:cxnSp>
      <p:cxnSp>
        <p:nvCxnSpPr>
          <p:cNvPr id="48" name="Google Shape;48;p3"/>
          <p:cNvCxnSpPr/>
          <p:nvPr/>
        </p:nvCxnSpPr>
        <p:spPr>
          <a:xfrm>
            <a:off x="365760" y="4160520"/>
            <a:ext cx="219600" cy="0"/>
          </a:xfrm>
          <a:prstGeom prst="straightConnector1">
            <a:avLst/>
          </a:prstGeom>
          <a:noFill/>
          <a:ln cap="flat" cmpd="sng" w="19050">
            <a:solidFill>
              <a:srgbClr val="0A0A0A"/>
            </a:solidFill>
            <a:prstDash val="solid"/>
            <a:round/>
            <a:headEnd len="sm" w="sm" type="none"/>
            <a:tailEnd len="sm" w="sm" type="none"/>
          </a:ln>
        </p:spPr>
      </p:cxnSp>
      <p:cxnSp>
        <p:nvCxnSpPr>
          <p:cNvPr id="49" name="Google Shape;49;p3"/>
          <p:cNvCxnSpPr/>
          <p:nvPr/>
        </p:nvCxnSpPr>
        <p:spPr>
          <a:xfrm>
            <a:off x="365760" y="4160520"/>
            <a:ext cx="0" cy="219600"/>
          </a:xfrm>
          <a:prstGeom prst="straightConnector1">
            <a:avLst/>
          </a:prstGeom>
          <a:noFill/>
          <a:ln cap="flat" cmpd="sng" w="19050">
            <a:solidFill>
              <a:srgbClr val="0A0A0A"/>
            </a:solidFill>
            <a:prstDash val="solid"/>
            <a:round/>
            <a:headEnd len="sm" w="sm" type="none"/>
            <a:tailEnd len="sm" w="sm" type="none"/>
          </a:ln>
        </p:spPr>
      </p:cxnSp>
      <p:cxnSp>
        <p:nvCxnSpPr>
          <p:cNvPr id="50" name="Google Shape;50;p3"/>
          <p:cNvCxnSpPr/>
          <p:nvPr/>
        </p:nvCxnSpPr>
        <p:spPr>
          <a:xfrm>
            <a:off x="2842641" y="4160520"/>
            <a:ext cx="219600" cy="0"/>
          </a:xfrm>
          <a:prstGeom prst="straightConnector1">
            <a:avLst/>
          </a:prstGeom>
          <a:noFill/>
          <a:ln cap="flat" cmpd="sng" w="19050">
            <a:solidFill>
              <a:srgbClr val="0A0A0A"/>
            </a:solidFill>
            <a:prstDash val="solid"/>
            <a:round/>
            <a:headEnd len="sm" w="sm" type="none"/>
            <a:tailEnd len="sm" w="sm" type="none"/>
          </a:ln>
        </p:spPr>
      </p:cxnSp>
      <p:cxnSp>
        <p:nvCxnSpPr>
          <p:cNvPr id="51" name="Google Shape;51;p3"/>
          <p:cNvCxnSpPr/>
          <p:nvPr/>
        </p:nvCxnSpPr>
        <p:spPr>
          <a:xfrm>
            <a:off x="3062097" y="4160520"/>
            <a:ext cx="0" cy="219600"/>
          </a:xfrm>
          <a:prstGeom prst="straightConnector1">
            <a:avLst/>
          </a:prstGeom>
          <a:noFill/>
          <a:ln cap="flat" cmpd="sng" w="19050">
            <a:solidFill>
              <a:srgbClr val="0A0A0A"/>
            </a:solidFill>
            <a:prstDash val="solid"/>
            <a:round/>
            <a:headEnd len="sm" w="sm" type="none"/>
            <a:tailEnd len="sm" w="sm" type="none"/>
          </a:ln>
        </p:spPr>
      </p:cxnSp>
      <p:cxnSp>
        <p:nvCxnSpPr>
          <p:cNvPr id="52" name="Google Shape;52;p3"/>
          <p:cNvCxnSpPr/>
          <p:nvPr/>
        </p:nvCxnSpPr>
        <p:spPr>
          <a:xfrm>
            <a:off x="365760" y="6272784"/>
            <a:ext cx="0" cy="219600"/>
          </a:xfrm>
          <a:prstGeom prst="straightConnector1">
            <a:avLst/>
          </a:prstGeom>
          <a:noFill/>
          <a:ln cap="flat" cmpd="sng" w="19050">
            <a:solidFill>
              <a:srgbClr val="0A0A0A"/>
            </a:solidFill>
            <a:prstDash val="solid"/>
            <a:round/>
            <a:headEnd len="sm" w="sm" type="none"/>
            <a:tailEnd len="sm" w="sm" type="none"/>
          </a:ln>
        </p:spPr>
      </p:cxnSp>
      <p:cxnSp>
        <p:nvCxnSpPr>
          <p:cNvPr id="53" name="Google Shape;53;p3"/>
          <p:cNvCxnSpPr/>
          <p:nvPr/>
        </p:nvCxnSpPr>
        <p:spPr>
          <a:xfrm>
            <a:off x="365760" y="6492240"/>
            <a:ext cx="219600" cy="0"/>
          </a:xfrm>
          <a:prstGeom prst="straightConnector1">
            <a:avLst/>
          </a:prstGeom>
          <a:noFill/>
          <a:ln cap="flat" cmpd="sng" w="19050">
            <a:solidFill>
              <a:srgbClr val="0A0A0A"/>
            </a:solidFill>
            <a:prstDash val="solid"/>
            <a:round/>
            <a:headEnd len="sm" w="sm" type="none"/>
            <a:tailEnd len="sm" w="sm" type="none"/>
          </a:ln>
        </p:spPr>
      </p:cxnSp>
      <p:cxnSp>
        <p:nvCxnSpPr>
          <p:cNvPr id="54" name="Google Shape;54;p3"/>
          <p:cNvCxnSpPr/>
          <p:nvPr/>
        </p:nvCxnSpPr>
        <p:spPr>
          <a:xfrm>
            <a:off x="2842641" y="6492240"/>
            <a:ext cx="219600" cy="0"/>
          </a:xfrm>
          <a:prstGeom prst="straightConnector1">
            <a:avLst/>
          </a:prstGeom>
          <a:noFill/>
          <a:ln cap="flat" cmpd="sng" w="19050">
            <a:solidFill>
              <a:srgbClr val="0A0A0A"/>
            </a:solidFill>
            <a:prstDash val="solid"/>
            <a:round/>
            <a:headEnd len="sm" w="sm" type="none"/>
            <a:tailEnd len="sm" w="sm" type="none"/>
          </a:ln>
        </p:spPr>
      </p:cxnSp>
      <p:cxnSp>
        <p:nvCxnSpPr>
          <p:cNvPr id="55" name="Google Shape;55;p3"/>
          <p:cNvCxnSpPr/>
          <p:nvPr/>
        </p:nvCxnSpPr>
        <p:spPr>
          <a:xfrm>
            <a:off x="3062097" y="6272784"/>
            <a:ext cx="0" cy="219600"/>
          </a:xfrm>
          <a:prstGeom prst="straightConnector1">
            <a:avLst/>
          </a:prstGeom>
          <a:noFill/>
          <a:ln cap="flat" cmpd="sng" w="19050">
            <a:solidFill>
              <a:srgbClr val="0A0A0A"/>
            </a:solidFill>
            <a:prstDash val="solid"/>
            <a:round/>
            <a:headEnd len="sm" w="sm" type="none"/>
            <a:tailEnd len="sm" w="sm" type="none"/>
          </a:ln>
        </p:spPr>
      </p:cxnSp>
      <p:sp>
        <p:nvSpPr>
          <p:cNvPr id="56" name="Google Shape;56;p3"/>
          <p:cNvSpPr/>
          <p:nvPr/>
        </p:nvSpPr>
        <p:spPr>
          <a:xfrm>
            <a:off x="1279589" y="4453128"/>
            <a:ext cx="868800" cy="868800"/>
          </a:xfrm>
          <a:prstGeom prst="ellipse">
            <a:avLst/>
          </a:prstGeom>
          <a:solidFill>
            <a:srgbClr val="FFFFFF"/>
          </a:solidFill>
          <a:ln cap="flat" cmpd="sng" w="15875">
            <a:solidFill>
              <a:srgbClr val="0A0A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1279589" y="4453128"/>
            <a:ext cx="8688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2200"/>
              <a:buFont typeface="Arial Black"/>
              <a:buNone/>
            </a:pPr>
            <a:r>
              <a:rPr b="1" i="0" lang="en-US" sz="2200" u="none" cap="none" strike="noStrike">
                <a:solidFill>
                  <a:srgbClr val="0A0A0A"/>
                </a:solidFill>
                <a:latin typeface="Arial Black"/>
                <a:ea typeface="Arial Black"/>
                <a:cs typeface="Arial Black"/>
                <a:sym typeface="Arial Black"/>
              </a:rPr>
              <a:t>AK</a:t>
            </a:r>
            <a:endParaRPr b="0" i="0" sz="2200" u="none" cap="none" strike="noStrike">
              <a:solidFill>
                <a:schemeClr val="dk1"/>
              </a:solidFill>
              <a:latin typeface="Calibri"/>
              <a:ea typeface="Calibri"/>
              <a:cs typeface="Calibri"/>
              <a:sym typeface="Calibri"/>
            </a:endParaRPr>
          </a:p>
        </p:txBody>
      </p:sp>
      <p:cxnSp>
        <p:nvCxnSpPr>
          <p:cNvPr id="58" name="Google Shape;58;p3"/>
          <p:cNvCxnSpPr/>
          <p:nvPr/>
        </p:nvCxnSpPr>
        <p:spPr>
          <a:xfrm>
            <a:off x="1439608" y="5486400"/>
            <a:ext cx="548700" cy="0"/>
          </a:xfrm>
          <a:prstGeom prst="straightConnector1">
            <a:avLst/>
          </a:prstGeom>
          <a:noFill/>
          <a:ln cap="flat" cmpd="sng" w="12700">
            <a:solidFill>
              <a:srgbClr val="0A0A0A"/>
            </a:solidFill>
            <a:prstDash val="solid"/>
            <a:round/>
            <a:headEnd len="sm" w="sm" type="none"/>
            <a:tailEnd len="sm" w="sm" type="none"/>
          </a:ln>
        </p:spPr>
      </p:cxnSp>
      <p:sp>
        <p:nvSpPr>
          <p:cNvPr id="59" name="Google Shape;59;p3"/>
          <p:cNvSpPr/>
          <p:nvPr/>
        </p:nvSpPr>
        <p:spPr>
          <a:xfrm>
            <a:off x="502920" y="5623560"/>
            <a:ext cx="2421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500"/>
              <a:buFont typeface="Arial Black"/>
              <a:buNone/>
            </a:pPr>
            <a:r>
              <a:rPr b="1" i="0" lang="en-US" sz="1500" u="none" cap="none" strike="noStrike">
                <a:solidFill>
                  <a:srgbClr val="0A0A0A"/>
                </a:solidFill>
                <a:latin typeface="Arial Black"/>
                <a:ea typeface="Arial Black"/>
                <a:cs typeface="Arial Black"/>
                <a:sym typeface="Arial Black"/>
              </a:rPr>
              <a:t>Anusha</a:t>
            </a:r>
            <a:endParaRPr b="0" i="0" sz="1500" u="none" cap="none" strike="noStrike">
              <a:solidFill>
                <a:schemeClr val="dk1"/>
              </a:solidFill>
              <a:latin typeface="Calibri"/>
              <a:ea typeface="Calibri"/>
              <a:cs typeface="Calibri"/>
              <a:sym typeface="Calibri"/>
            </a:endParaRPr>
          </a:p>
        </p:txBody>
      </p:sp>
      <p:sp>
        <p:nvSpPr>
          <p:cNvPr id="60" name="Google Shape;60;p3"/>
          <p:cNvSpPr/>
          <p:nvPr/>
        </p:nvSpPr>
        <p:spPr>
          <a:xfrm>
            <a:off x="502920" y="5989320"/>
            <a:ext cx="2421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500"/>
              <a:buFont typeface="Arial Black"/>
              <a:buNone/>
            </a:pPr>
            <a:r>
              <a:rPr b="1" i="0" lang="en-US" sz="1500" u="none" cap="none" strike="noStrike">
                <a:solidFill>
                  <a:srgbClr val="0A0A0A"/>
                </a:solidFill>
                <a:latin typeface="Arial Black"/>
                <a:ea typeface="Arial Black"/>
                <a:cs typeface="Arial Black"/>
                <a:sym typeface="Arial Black"/>
              </a:rPr>
              <a:t>Kurma</a:t>
            </a:r>
            <a:endParaRPr b="0" i="0" sz="1500" u="none" cap="none" strike="noStrike">
              <a:solidFill>
                <a:schemeClr val="dk1"/>
              </a:solidFill>
              <a:latin typeface="Calibri"/>
              <a:ea typeface="Calibri"/>
              <a:cs typeface="Calibri"/>
              <a:sym typeface="Calibri"/>
            </a:endParaRPr>
          </a:p>
        </p:txBody>
      </p:sp>
      <p:cxnSp>
        <p:nvCxnSpPr>
          <p:cNvPr id="61" name="Google Shape;61;p3"/>
          <p:cNvCxnSpPr/>
          <p:nvPr/>
        </p:nvCxnSpPr>
        <p:spPr>
          <a:xfrm>
            <a:off x="3276981" y="4160520"/>
            <a:ext cx="2696400" cy="0"/>
          </a:xfrm>
          <a:prstGeom prst="straightConnector1">
            <a:avLst/>
          </a:prstGeom>
          <a:noFill/>
          <a:ln cap="flat" cmpd="sng" w="9525">
            <a:solidFill>
              <a:srgbClr val="D1D5DB"/>
            </a:solidFill>
            <a:prstDash val="solid"/>
            <a:round/>
            <a:headEnd len="sm" w="sm" type="none"/>
            <a:tailEnd len="sm" w="sm" type="none"/>
          </a:ln>
        </p:spPr>
      </p:cxnSp>
      <p:cxnSp>
        <p:nvCxnSpPr>
          <p:cNvPr id="62" name="Google Shape;62;p3"/>
          <p:cNvCxnSpPr/>
          <p:nvPr/>
        </p:nvCxnSpPr>
        <p:spPr>
          <a:xfrm>
            <a:off x="3276981" y="6492240"/>
            <a:ext cx="2696400" cy="0"/>
          </a:xfrm>
          <a:prstGeom prst="straightConnector1">
            <a:avLst/>
          </a:prstGeom>
          <a:noFill/>
          <a:ln cap="flat" cmpd="sng" w="9525">
            <a:solidFill>
              <a:srgbClr val="D1D5DB"/>
            </a:solidFill>
            <a:prstDash val="solid"/>
            <a:round/>
            <a:headEnd len="sm" w="sm" type="none"/>
            <a:tailEnd len="sm" w="sm" type="none"/>
          </a:ln>
        </p:spPr>
      </p:cxnSp>
      <p:cxnSp>
        <p:nvCxnSpPr>
          <p:cNvPr id="63" name="Google Shape;63;p3"/>
          <p:cNvCxnSpPr/>
          <p:nvPr/>
        </p:nvCxnSpPr>
        <p:spPr>
          <a:xfrm>
            <a:off x="3276981" y="4160520"/>
            <a:ext cx="0" cy="2331600"/>
          </a:xfrm>
          <a:prstGeom prst="straightConnector1">
            <a:avLst/>
          </a:prstGeom>
          <a:noFill/>
          <a:ln cap="flat" cmpd="sng" w="9525">
            <a:solidFill>
              <a:srgbClr val="D1D5DB"/>
            </a:solidFill>
            <a:prstDash val="solid"/>
            <a:round/>
            <a:headEnd len="sm" w="sm" type="none"/>
            <a:tailEnd len="sm" w="sm" type="none"/>
          </a:ln>
        </p:spPr>
      </p:cxnSp>
      <p:cxnSp>
        <p:nvCxnSpPr>
          <p:cNvPr id="64" name="Google Shape;64;p3"/>
          <p:cNvCxnSpPr/>
          <p:nvPr/>
        </p:nvCxnSpPr>
        <p:spPr>
          <a:xfrm>
            <a:off x="5973318" y="4160520"/>
            <a:ext cx="0" cy="2331600"/>
          </a:xfrm>
          <a:prstGeom prst="straightConnector1">
            <a:avLst/>
          </a:prstGeom>
          <a:noFill/>
          <a:ln cap="flat" cmpd="sng" w="9525">
            <a:solidFill>
              <a:srgbClr val="D1D5DB"/>
            </a:solidFill>
            <a:prstDash val="solid"/>
            <a:round/>
            <a:headEnd len="sm" w="sm" type="none"/>
            <a:tailEnd len="sm" w="sm" type="none"/>
          </a:ln>
        </p:spPr>
      </p:cxnSp>
      <p:cxnSp>
        <p:nvCxnSpPr>
          <p:cNvPr id="65" name="Google Shape;65;p3"/>
          <p:cNvCxnSpPr/>
          <p:nvPr/>
        </p:nvCxnSpPr>
        <p:spPr>
          <a:xfrm>
            <a:off x="3276981" y="4160520"/>
            <a:ext cx="219600" cy="0"/>
          </a:xfrm>
          <a:prstGeom prst="straightConnector1">
            <a:avLst/>
          </a:prstGeom>
          <a:noFill/>
          <a:ln cap="flat" cmpd="sng" w="19050">
            <a:solidFill>
              <a:srgbClr val="0A0A0A"/>
            </a:solidFill>
            <a:prstDash val="solid"/>
            <a:round/>
            <a:headEnd len="sm" w="sm" type="none"/>
            <a:tailEnd len="sm" w="sm" type="none"/>
          </a:ln>
        </p:spPr>
      </p:cxnSp>
      <p:cxnSp>
        <p:nvCxnSpPr>
          <p:cNvPr id="66" name="Google Shape;66;p3"/>
          <p:cNvCxnSpPr/>
          <p:nvPr/>
        </p:nvCxnSpPr>
        <p:spPr>
          <a:xfrm>
            <a:off x="3276981" y="4160520"/>
            <a:ext cx="0" cy="219600"/>
          </a:xfrm>
          <a:prstGeom prst="straightConnector1">
            <a:avLst/>
          </a:prstGeom>
          <a:noFill/>
          <a:ln cap="flat" cmpd="sng" w="19050">
            <a:solidFill>
              <a:srgbClr val="0A0A0A"/>
            </a:solidFill>
            <a:prstDash val="solid"/>
            <a:round/>
            <a:headEnd len="sm" w="sm" type="none"/>
            <a:tailEnd len="sm" w="sm" type="none"/>
          </a:ln>
        </p:spPr>
      </p:cxnSp>
      <p:cxnSp>
        <p:nvCxnSpPr>
          <p:cNvPr id="67" name="Google Shape;67;p3"/>
          <p:cNvCxnSpPr/>
          <p:nvPr/>
        </p:nvCxnSpPr>
        <p:spPr>
          <a:xfrm>
            <a:off x="5753862" y="4160520"/>
            <a:ext cx="219600" cy="0"/>
          </a:xfrm>
          <a:prstGeom prst="straightConnector1">
            <a:avLst/>
          </a:prstGeom>
          <a:noFill/>
          <a:ln cap="flat" cmpd="sng" w="19050">
            <a:solidFill>
              <a:srgbClr val="0A0A0A"/>
            </a:solidFill>
            <a:prstDash val="solid"/>
            <a:round/>
            <a:headEnd len="sm" w="sm" type="none"/>
            <a:tailEnd len="sm" w="sm" type="none"/>
          </a:ln>
        </p:spPr>
      </p:cxnSp>
      <p:cxnSp>
        <p:nvCxnSpPr>
          <p:cNvPr id="68" name="Google Shape;68;p3"/>
          <p:cNvCxnSpPr/>
          <p:nvPr/>
        </p:nvCxnSpPr>
        <p:spPr>
          <a:xfrm>
            <a:off x="5973318" y="4160520"/>
            <a:ext cx="0" cy="219600"/>
          </a:xfrm>
          <a:prstGeom prst="straightConnector1">
            <a:avLst/>
          </a:prstGeom>
          <a:noFill/>
          <a:ln cap="flat" cmpd="sng" w="19050">
            <a:solidFill>
              <a:srgbClr val="0A0A0A"/>
            </a:solidFill>
            <a:prstDash val="solid"/>
            <a:round/>
            <a:headEnd len="sm" w="sm" type="none"/>
            <a:tailEnd len="sm" w="sm" type="none"/>
          </a:ln>
        </p:spPr>
      </p:cxnSp>
      <p:cxnSp>
        <p:nvCxnSpPr>
          <p:cNvPr id="69" name="Google Shape;69;p3"/>
          <p:cNvCxnSpPr/>
          <p:nvPr/>
        </p:nvCxnSpPr>
        <p:spPr>
          <a:xfrm>
            <a:off x="3276981" y="6272784"/>
            <a:ext cx="0" cy="219600"/>
          </a:xfrm>
          <a:prstGeom prst="straightConnector1">
            <a:avLst/>
          </a:prstGeom>
          <a:noFill/>
          <a:ln cap="flat" cmpd="sng" w="19050">
            <a:solidFill>
              <a:srgbClr val="0A0A0A"/>
            </a:solidFill>
            <a:prstDash val="solid"/>
            <a:round/>
            <a:headEnd len="sm" w="sm" type="none"/>
            <a:tailEnd len="sm" w="sm" type="none"/>
          </a:ln>
        </p:spPr>
      </p:cxnSp>
      <p:cxnSp>
        <p:nvCxnSpPr>
          <p:cNvPr id="70" name="Google Shape;70;p3"/>
          <p:cNvCxnSpPr/>
          <p:nvPr/>
        </p:nvCxnSpPr>
        <p:spPr>
          <a:xfrm>
            <a:off x="3276981" y="6492240"/>
            <a:ext cx="219600" cy="0"/>
          </a:xfrm>
          <a:prstGeom prst="straightConnector1">
            <a:avLst/>
          </a:prstGeom>
          <a:noFill/>
          <a:ln cap="flat" cmpd="sng" w="19050">
            <a:solidFill>
              <a:srgbClr val="0A0A0A"/>
            </a:solidFill>
            <a:prstDash val="solid"/>
            <a:round/>
            <a:headEnd len="sm" w="sm" type="none"/>
            <a:tailEnd len="sm" w="sm" type="none"/>
          </a:ln>
        </p:spPr>
      </p:cxnSp>
      <p:cxnSp>
        <p:nvCxnSpPr>
          <p:cNvPr id="71" name="Google Shape;71;p3"/>
          <p:cNvCxnSpPr/>
          <p:nvPr/>
        </p:nvCxnSpPr>
        <p:spPr>
          <a:xfrm>
            <a:off x="5753862" y="6492240"/>
            <a:ext cx="219600" cy="0"/>
          </a:xfrm>
          <a:prstGeom prst="straightConnector1">
            <a:avLst/>
          </a:prstGeom>
          <a:noFill/>
          <a:ln cap="flat" cmpd="sng" w="19050">
            <a:solidFill>
              <a:srgbClr val="0A0A0A"/>
            </a:solidFill>
            <a:prstDash val="solid"/>
            <a:round/>
            <a:headEnd len="sm" w="sm" type="none"/>
            <a:tailEnd len="sm" w="sm" type="none"/>
          </a:ln>
        </p:spPr>
      </p:cxnSp>
      <p:cxnSp>
        <p:nvCxnSpPr>
          <p:cNvPr id="72" name="Google Shape;72;p3"/>
          <p:cNvCxnSpPr/>
          <p:nvPr/>
        </p:nvCxnSpPr>
        <p:spPr>
          <a:xfrm>
            <a:off x="5973318" y="6272784"/>
            <a:ext cx="0" cy="219600"/>
          </a:xfrm>
          <a:prstGeom prst="straightConnector1">
            <a:avLst/>
          </a:prstGeom>
          <a:noFill/>
          <a:ln cap="flat" cmpd="sng" w="19050">
            <a:solidFill>
              <a:srgbClr val="0A0A0A"/>
            </a:solidFill>
            <a:prstDash val="solid"/>
            <a:round/>
            <a:headEnd len="sm" w="sm" type="none"/>
            <a:tailEnd len="sm" w="sm" type="none"/>
          </a:ln>
        </p:spPr>
      </p:cxnSp>
      <p:sp>
        <p:nvSpPr>
          <p:cNvPr id="73" name="Google Shape;73;p3"/>
          <p:cNvSpPr/>
          <p:nvPr/>
        </p:nvSpPr>
        <p:spPr>
          <a:xfrm>
            <a:off x="4190810" y="4453128"/>
            <a:ext cx="868800" cy="868800"/>
          </a:xfrm>
          <a:prstGeom prst="ellipse">
            <a:avLst/>
          </a:prstGeom>
          <a:solidFill>
            <a:srgbClr val="FFFFFF"/>
          </a:solidFill>
          <a:ln cap="flat" cmpd="sng" w="15875">
            <a:solidFill>
              <a:srgbClr val="0A0A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4190810" y="4453128"/>
            <a:ext cx="8688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2200"/>
              <a:buFont typeface="Arial Black"/>
              <a:buNone/>
            </a:pPr>
            <a:r>
              <a:rPr b="1" i="0" lang="en-US" sz="2200" u="none" cap="none" strike="noStrike">
                <a:solidFill>
                  <a:srgbClr val="0A0A0A"/>
                </a:solidFill>
                <a:latin typeface="Arial Black"/>
                <a:ea typeface="Arial Black"/>
                <a:cs typeface="Arial Black"/>
                <a:sym typeface="Arial Black"/>
              </a:rPr>
              <a:t>SV</a:t>
            </a:r>
            <a:endParaRPr b="0" i="0" sz="2200" u="none" cap="none" strike="noStrike">
              <a:solidFill>
                <a:schemeClr val="dk1"/>
              </a:solidFill>
              <a:latin typeface="Calibri"/>
              <a:ea typeface="Calibri"/>
              <a:cs typeface="Calibri"/>
              <a:sym typeface="Calibri"/>
            </a:endParaRPr>
          </a:p>
        </p:txBody>
      </p:sp>
      <p:cxnSp>
        <p:nvCxnSpPr>
          <p:cNvPr id="75" name="Google Shape;75;p3"/>
          <p:cNvCxnSpPr/>
          <p:nvPr/>
        </p:nvCxnSpPr>
        <p:spPr>
          <a:xfrm>
            <a:off x="4350830" y="5486400"/>
            <a:ext cx="548700" cy="0"/>
          </a:xfrm>
          <a:prstGeom prst="straightConnector1">
            <a:avLst/>
          </a:prstGeom>
          <a:noFill/>
          <a:ln cap="flat" cmpd="sng" w="12700">
            <a:solidFill>
              <a:srgbClr val="0A0A0A"/>
            </a:solidFill>
            <a:prstDash val="solid"/>
            <a:round/>
            <a:headEnd len="sm" w="sm" type="none"/>
            <a:tailEnd len="sm" w="sm" type="none"/>
          </a:ln>
        </p:spPr>
      </p:cxnSp>
      <p:sp>
        <p:nvSpPr>
          <p:cNvPr id="76" name="Google Shape;76;p3"/>
          <p:cNvSpPr/>
          <p:nvPr/>
        </p:nvSpPr>
        <p:spPr>
          <a:xfrm>
            <a:off x="3414141" y="5623560"/>
            <a:ext cx="2421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500"/>
              <a:buFont typeface="Arial Black"/>
              <a:buNone/>
            </a:pPr>
            <a:r>
              <a:rPr b="1" i="0" lang="en-US" sz="1500" u="none" cap="none" strike="noStrike">
                <a:solidFill>
                  <a:srgbClr val="0A0A0A"/>
                </a:solidFill>
                <a:latin typeface="Arial Black"/>
                <a:ea typeface="Arial Black"/>
                <a:cs typeface="Arial Black"/>
                <a:sym typeface="Arial Black"/>
              </a:rPr>
              <a:t>Shubhangi</a:t>
            </a:r>
            <a:endParaRPr b="0" i="0" sz="1500" u="none" cap="none" strike="noStrike">
              <a:solidFill>
                <a:schemeClr val="dk1"/>
              </a:solidFill>
              <a:latin typeface="Calibri"/>
              <a:ea typeface="Calibri"/>
              <a:cs typeface="Calibri"/>
              <a:sym typeface="Calibri"/>
            </a:endParaRPr>
          </a:p>
        </p:txBody>
      </p:sp>
      <p:sp>
        <p:nvSpPr>
          <p:cNvPr id="77" name="Google Shape;77;p3"/>
          <p:cNvSpPr/>
          <p:nvPr/>
        </p:nvSpPr>
        <p:spPr>
          <a:xfrm>
            <a:off x="3414141" y="5989320"/>
            <a:ext cx="2421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500"/>
              <a:buFont typeface="Arial Black"/>
              <a:buNone/>
            </a:pPr>
            <a:r>
              <a:rPr b="1" i="0" lang="en-US" sz="1500" u="none" cap="none" strike="noStrike">
                <a:solidFill>
                  <a:srgbClr val="0A0A0A"/>
                </a:solidFill>
                <a:latin typeface="Arial Black"/>
                <a:ea typeface="Arial Black"/>
                <a:cs typeface="Arial Black"/>
                <a:sym typeface="Arial Black"/>
              </a:rPr>
              <a:t>Varma</a:t>
            </a:r>
            <a:endParaRPr b="0" i="0" sz="1500" u="none" cap="none" strike="noStrike">
              <a:solidFill>
                <a:schemeClr val="dk1"/>
              </a:solidFill>
              <a:latin typeface="Calibri"/>
              <a:ea typeface="Calibri"/>
              <a:cs typeface="Calibri"/>
              <a:sym typeface="Calibri"/>
            </a:endParaRPr>
          </a:p>
        </p:txBody>
      </p:sp>
      <p:cxnSp>
        <p:nvCxnSpPr>
          <p:cNvPr id="78" name="Google Shape;78;p3"/>
          <p:cNvCxnSpPr/>
          <p:nvPr/>
        </p:nvCxnSpPr>
        <p:spPr>
          <a:xfrm>
            <a:off x="6188202" y="4160520"/>
            <a:ext cx="2696400" cy="0"/>
          </a:xfrm>
          <a:prstGeom prst="straightConnector1">
            <a:avLst/>
          </a:prstGeom>
          <a:noFill/>
          <a:ln cap="flat" cmpd="sng" w="9525">
            <a:solidFill>
              <a:srgbClr val="D1D5DB"/>
            </a:solidFill>
            <a:prstDash val="solid"/>
            <a:round/>
            <a:headEnd len="sm" w="sm" type="none"/>
            <a:tailEnd len="sm" w="sm" type="none"/>
          </a:ln>
        </p:spPr>
      </p:cxnSp>
      <p:cxnSp>
        <p:nvCxnSpPr>
          <p:cNvPr id="79" name="Google Shape;79;p3"/>
          <p:cNvCxnSpPr/>
          <p:nvPr/>
        </p:nvCxnSpPr>
        <p:spPr>
          <a:xfrm>
            <a:off x="6188202" y="6492240"/>
            <a:ext cx="2696400" cy="0"/>
          </a:xfrm>
          <a:prstGeom prst="straightConnector1">
            <a:avLst/>
          </a:prstGeom>
          <a:noFill/>
          <a:ln cap="flat" cmpd="sng" w="9525">
            <a:solidFill>
              <a:srgbClr val="D1D5DB"/>
            </a:solidFill>
            <a:prstDash val="solid"/>
            <a:round/>
            <a:headEnd len="sm" w="sm" type="none"/>
            <a:tailEnd len="sm" w="sm" type="none"/>
          </a:ln>
        </p:spPr>
      </p:cxnSp>
      <p:cxnSp>
        <p:nvCxnSpPr>
          <p:cNvPr id="80" name="Google Shape;80;p3"/>
          <p:cNvCxnSpPr/>
          <p:nvPr/>
        </p:nvCxnSpPr>
        <p:spPr>
          <a:xfrm>
            <a:off x="6188202" y="4160520"/>
            <a:ext cx="0" cy="2331600"/>
          </a:xfrm>
          <a:prstGeom prst="straightConnector1">
            <a:avLst/>
          </a:prstGeom>
          <a:noFill/>
          <a:ln cap="flat" cmpd="sng" w="9525">
            <a:solidFill>
              <a:srgbClr val="D1D5DB"/>
            </a:solidFill>
            <a:prstDash val="solid"/>
            <a:round/>
            <a:headEnd len="sm" w="sm" type="none"/>
            <a:tailEnd len="sm" w="sm" type="none"/>
          </a:ln>
        </p:spPr>
      </p:cxnSp>
      <p:cxnSp>
        <p:nvCxnSpPr>
          <p:cNvPr id="81" name="Google Shape;81;p3"/>
          <p:cNvCxnSpPr/>
          <p:nvPr/>
        </p:nvCxnSpPr>
        <p:spPr>
          <a:xfrm>
            <a:off x="8884539" y="4160520"/>
            <a:ext cx="0" cy="2331600"/>
          </a:xfrm>
          <a:prstGeom prst="straightConnector1">
            <a:avLst/>
          </a:prstGeom>
          <a:noFill/>
          <a:ln cap="flat" cmpd="sng" w="9525">
            <a:solidFill>
              <a:srgbClr val="D1D5DB"/>
            </a:solidFill>
            <a:prstDash val="solid"/>
            <a:round/>
            <a:headEnd len="sm" w="sm" type="none"/>
            <a:tailEnd len="sm" w="sm" type="none"/>
          </a:ln>
        </p:spPr>
      </p:cxnSp>
      <p:cxnSp>
        <p:nvCxnSpPr>
          <p:cNvPr id="82" name="Google Shape;82;p3"/>
          <p:cNvCxnSpPr/>
          <p:nvPr/>
        </p:nvCxnSpPr>
        <p:spPr>
          <a:xfrm>
            <a:off x="6188202" y="4160520"/>
            <a:ext cx="219600" cy="0"/>
          </a:xfrm>
          <a:prstGeom prst="straightConnector1">
            <a:avLst/>
          </a:prstGeom>
          <a:noFill/>
          <a:ln cap="flat" cmpd="sng" w="19050">
            <a:solidFill>
              <a:srgbClr val="0A0A0A"/>
            </a:solidFill>
            <a:prstDash val="solid"/>
            <a:round/>
            <a:headEnd len="sm" w="sm" type="none"/>
            <a:tailEnd len="sm" w="sm" type="none"/>
          </a:ln>
        </p:spPr>
      </p:cxnSp>
      <p:cxnSp>
        <p:nvCxnSpPr>
          <p:cNvPr id="83" name="Google Shape;83;p3"/>
          <p:cNvCxnSpPr/>
          <p:nvPr/>
        </p:nvCxnSpPr>
        <p:spPr>
          <a:xfrm>
            <a:off x="6188202" y="4160520"/>
            <a:ext cx="0" cy="219600"/>
          </a:xfrm>
          <a:prstGeom prst="straightConnector1">
            <a:avLst/>
          </a:prstGeom>
          <a:noFill/>
          <a:ln cap="flat" cmpd="sng" w="19050">
            <a:solidFill>
              <a:srgbClr val="0A0A0A"/>
            </a:solidFill>
            <a:prstDash val="solid"/>
            <a:round/>
            <a:headEnd len="sm" w="sm" type="none"/>
            <a:tailEnd len="sm" w="sm" type="none"/>
          </a:ln>
        </p:spPr>
      </p:cxnSp>
      <p:cxnSp>
        <p:nvCxnSpPr>
          <p:cNvPr id="84" name="Google Shape;84;p3"/>
          <p:cNvCxnSpPr/>
          <p:nvPr/>
        </p:nvCxnSpPr>
        <p:spPr>
          <a:xfrm>
            <a:off x="8665083" y="4160520"/>
            <a:ext cx="219600" cy="0"/>
          </a:xfrm>
          <a:prstGeom prst="straightConnector1">
            <a:avLst/>
          </a:prstGeom>
          <a:noFill/>
          <a:ln cap="flat" cmpd="sng" w="19050">
            <a:solidFill>
              <a:srgbClr val="0A0A0A"/>
            </a:solidFill>
            <a:prstDash val="solid"/>
            <a:round/>
            <a:headEnd len="sm" w="sm" type="none"/>
            <a:tailEnd len="sm" w="sm" type="none"/>
          </a:ln>
        </p:spPr>
      </p:cxnSp>
      <p:cxnSp>
        <p:nvCxnSpPr>
          <p:cNvPr id="85" name="Google Shape;85;p3"/>
          <p:cNvCxnSpPr/>
          <p:nvPr/>
        </p:nvCxnSpPr>
        <p:spPr>
          <a:xfrm>
            <a:off x="8884539" y="4160520"/>
            <a:ext cx="0" cy="219600"/>
          </a:xfrm>
          <a:prstGeom prst="straightConnector1">
            <a:avLst/>
          </a:prstGeom>
          <a:noFill/>
          <a:ln cap="flat" cmpd="sng" w="19050">
            <a:solidFill>
              <a:srgbClr val="0A0A0A"/>
            </a:solidFill>
            <a:prstDash val="solid"/>
            <a:round/>
            <a:headEnd len="sm" w="sm" type="none"/>
            <a:tailEnd len="sm" w="sm" type="none"/>
          </a:ln>
        </p:spPr>
      </p:cxnSp>
      <p:cxnSp>
        <p:nvCxnSpPr>
          <p:cNvPr id="86" name="Google Shape;86;p3"/>
          <p:cNvCxnSpPr/>
          <p:nvPr/>
        </p:nvCxnSpPr>
        <p:spPr>
          <a:xfrm>
            <a:off x="6188202" y="6272784"/>
            <a:ext cx="0" cy="219600"/>
          </a:xfrm>
          <a:prstGeom prst="straightConnector1">
            <a:avLst/>
          </a:prstGeom>
          <a:noFill/>
          <a:ln cap="flat" cmpd="sng" w="19050">
            <a:solidFill>
              <a:srgbClr val="0A0A0A"/>
            </a:solidFill>
            <a:prstDash val="solid"/>
            <a:round/>
            <a:headEnd len="sm" w="sm" type="none"/>
            <a:tailEnd len="sm" w="sm" type="none"/>
          </a:ln>
        </p:spPr>
      </p:cxnSp>
      <p:cxnSp>
        <p:nvCxnSpPr>
          <p:cNvPr id="87" name="Google Shape;87;p3"/>
          <p:cNvCxnSpPr/>
          <p:nvPr/>
        </p:nvCxnSpPr>
        <p:spPr>
          <a:xfrm>
            <a:off x="6188202" y="6492240"/>
            <a:ext cx="219600" cy="0"/>
          </a:xfrm>
          <a:prstGeom prst="straightConnector1">
            <a:avLst/>
          </a:prstGeom>
          <a:noFill/>
          <a:ln cap="flat" cmpd="sng" w="19050">
            <a:solidFill>
              <a:srgbClr val="0A0A0A"/>
            </a:solidFill>
            <a:prstDash val="solid"/>
            <a:round/>
            <a:headEnd len="sm" w="sm" type="none"/>
            <a:tailEnd len="sm" w="sm" type="none"/>
          </a:ln>
        </p:spPr>
      </p:cxnSp>
      <p:cxnSp>
        <p:nvCxnSpPr>
          <p:cNvPr id="88" name="Google Shape;88;p3"/>
          <p:cNvCxnSpPr/>
          <p:nvPr/>
        </p:nvCxnSpPr>
        <p:spPr>
          <a:xfrm>
            <a:off x="8665083" y="6492240"/>
            <a:ext cx="219600" cy="0"/>
          </a:xfrm>
          <a:prstGeom prst="straightConnector1">
            <a:avLst/>
          </a:prstGeom>
          <a:noFill/>
          <a:ln cap="flat" cmpd="sng" w="19050">
            <a:solidFill>
              <a:srgbClr val="0A0A0A"/>
            </a:solidFill>
            <a:prstDash val="solid"/>
            <a:round/>
            <a:headEnd len="sm" w="sm" type="none"/>
            <a:tailEnd len="sm" w="sm" type="none"/>
          </a:ln>
        </p:spPr>
      </p:cxnSp>
      <p:cxnSp>
        <p:nvCxnSpPr>
          <p:cNvPr id="89" name="Google Shape;89;p3"/>
          <p:cNvCxnSpPr/>
          <p:nvPr/>
        </p:nvCxnSpPr>
        <p:spPr>
          <a:xfrm>
            <a:off x="8884539" y="6272784"/>
            <a:ext cx="0" cy="219600"/>
          </a:xfrm>
          <a:prstGeom prst="straightConnector1">
            <a:avLst/>
          </a:prstGeom>
          <a:noFill/>
          <a:ln cap="flat" cmpd="sng" w="19050">
            <a:solidFill>
              <a:srgbClr val="0A0A0A"/>
            </a:solidFill>
            <a:prstDash val="solid"/>
            <a:round/>
            <a:headEnd len="sm" w="sm" type="none"/>
            <a:tailEnd len="sm" w="sm" type="none"/>
          </a:ln>
        </p:spPr>
      </p:cxnSp>
      <p:sp>
        <p:nvSpPr>
          <p:cNvPr id="90" name="Google Shape;90;p3"/>
          <p:cNvSpPr/>
          <p:nvPr/>
        </p:nvSpPr>
        <p:spPr>
          <a:xfrm>
            <a:off x="7102031" y="4453128"/>
            <a:ext cx="868800" cy="868800"/>
          </a:xfrm>
          <a:prstGeom prst="ellipse">
            <a:avLst/>
          </a:prstGeom>
          <a:solidFill>
            <a:srgbClr val="FFFFFF"/>
          </a:solidFill>
          <a:ln cap="flat" cmpd="sng" w="15875">
            <a:solidFill>
              <a:srgbClr val="0A0A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7102031" y="4453128"/>
            <a:ext cx="8688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2200"/>
              <a:buFont typeface="Arial Black"/>
              <a:buNone/>
            </a:pPr>
            <a:r>
              <a:rPr b="1" i="0" lang="en-US" sz="2200" u="none" cap="none" strike="noStrike">
                <a:solidFill>
                  <a:srgbClr val="0A0A0A"/>
                </a:solidFill>
                <a:latin typeface="Arial Black"/>
                <a:ea typeface="Arial Black"/>
                <a:cs typeface="Arial Black"/>
                <a:sym typeface="Arial Black"/>
              </a:rPr>
              <a:t>AS</a:t>
            </a:r>
            <a:endParaRPr b="0" i="0" sz="2200" u="none" cap="none" strike="noStrike">
              <a:solidFill>
                <a:schemeClr val="dk1"/>
              </a:solidFill>
              <a:latin typeface="Calibri"/>
              <a:ea typeface="Calibri"/>
              <a:cs typeface="Calibri"/>
              <a:sym typeface="Calibri"/>
            </a:endParaRPr>
          </a:p>
        </p:txBody>
      </p:sp>
      <p:cxnSp>
        <p:nvCxnSpPr>
          <p:cNvPr id="92" name="Google Shape;92;p3"/>
          <p:cNvCxnSpPr/>
          <p:nvPr/>
        </p:nvCxnSpPr>
        <p:spPr>
          <a:xfrm>
            <a:off x="7262051" y="5486400"/>
            <a:ext cx="548700" cy="0"/>
          </a:xfrm>
          <a:prstGeom prst="straightConnector1">
            <a:avLst/>
          </a:prstGeom>
          <a:noFill/>
          <a:ln cap="flat" cmpd="sng" w="12700">
            <a:solidFill>
              <a:srgbClr val="0A0A0A"/>
            </a:solidFill>
            <a:prstDash val="solid"/>
            <a:round/>
            <a:headEnd len="sm" w="sm" type="none"/>
            <a:tailEnd len="sm" w="sm" type="none"/>
          </a:ln>
        </p:spPr>
      </p:cxnSp>
      <p:sp>
        <p:nvSpPr>
          <p:cNvPr id="93" name="Google Shape;93;p3"/>
          <p:cNvSpPr/>
          <p:nvPr/>
        </p:nvSpPr>
        <p:spPr>
          <a:xfrm>
            <a:off x="6325362" y="5623560"/>
            <a:ext cx="2421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500"/>
              <a:buFont typeface="Arial Black"/>
              <a:buNone/>
            </a:pPr>
            <a:r>
              <a:rPr b="1" i="0" lang="en-US" sz="1500" u="none" cap="none" strike="noStrike">
                <a:solidFill>
                  <a:srgbClr val="0A0A0A"/>
                </a:solidFill>
                <a:latin typeface="Arial Black"/>
                <a:ea typeface="Arial Black"/>
                <a:cs typeface="Arial Black"/>
                <a:sym typeface="Arial Black"/>
              </a:rPr>
              <a:t>Anshul</a:t>
            </a:r>
            <a:endParaRPr b="0" i="0" sz="1500" u="none" cap="none" strike="noStrike">
              <a:solidFill>
                <a:schemeClr val="dk1"/>
              </a:solidFill>
              <a:latin typeface="Calibri"/>
              <a:ea typeface="Calibri"/>
              <a:cs typeface="Calibri"/>
              <a:sym typeface="Calibri"/>
            </a:endParaRPr>
          </a:p>
        </p:txBody>
      </p:sp>
      <p:sp>
        <p:nvSpPr>
          <p:cNvPr id="94" name="Google Shape;94;p3"/>
          <p:cNvSpPr/>
          <p:nvPr/>
        </p:nvSpPr>
        <p:spPr>
          <a:xfrm>
            <a:off x="6325362" y="5989320"/>
            <a:ext cx="2421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500"/>
              <a:buFont typeface="Arial Black"/>
              <a:buNone/>
            </a:pPr>
            <a:r>
              <a:rPr b="1" i="0" lang="en-US" sz="1500" u="none" cap="none" strike="noStrike">
                <a:solidFill>
                  <a:srgbClr val="0A0A0A"/>
                </a:solidFill>
                <a:latin typeface="Arial Black"/>
                <a:ea typeface="Arial Black"/>
                <a:cs typeface="Arial Black"/>
                <a:sym typeface="Arial Black"/>
              </a:rPr>
              <a:t>Shrisvastava</a:t>
            </a:r>
            <a:endParaRPr b="0" i="0" sz="1500" u="none" cap="none" strike="noStrike">
              <a:solidFill>
                <a:schemeClr val="dk1"/>
              </a:solidFill>
              <a:latin typeface="Calibri"/>
              <a:ea typeface="Calibri"/>
              <a:cs typeface="Calibri"/>
              <a:sym typeface="Calibri"/>
            </a:endParaRPr>
          </a:p>
        </p:txBody>
      </p:sp>
      <p:cxnSp>
        <p:nvCxnSpPr>
          <p:cNvPr id="95" name="Google Shape;95;p3"/>
          <p:cNvCxnSpPr/>
          <p:nvPr/>
        </p:nvCxnSpPr>
        <p:spPr>
          <a:xfrm>
            <a:off x="9099423" y="4160520"/>
            <a:ext cx="2696400" cy="0"/>
          </a:xfrm>
          <a:prstGeom prst="straightConnector1">
            <a:avLst/>
          </a:prstGeom>
          <a:noFill/>
          <a:ln cap="flat" cmpd="sng" w="9525">
            <a:solidFill>
              <a:srgbClr val="D1D5DB"/>
            </a:solidFill>
            <a:prstDash val="solid"/>
            <a:round/>
            <a:headEnd len="sm" w="sm" type="none"/>
            <a:tailEnd len="sm" w="sm" type="none"/>
          </a:ln>
        </p:spPr>
      </p:cxnSp>
      <p:cxnSp>
        <p:nvCxnSpPr>
          <p:cNvPr id="96" name="Google Shape;96;p3"/>
          <p:cNvCxnSpPr/>
          <p:nvPr/>
        </p:nvCxnSpPr>
        <p:spPr>
          <a:xfrm>
            <a:off x="9099423" y="6492240"/>
            <a:ext cx="2696400" cy="0"/>
          </a:xfrm>
          <a:prstGeom prst="straightConnector1">
            <a:avLst/>
          </a:prstGeom>
          <a:noFill/>
          <a:ln cap="flat" cmpd="sng" w="9525">
            <a:solidFill>
              <a:srgbClr val="D1D5DB"/>
            </a:solidFill>
            <a:prstDash val="solid"/>
            <a:round/>
            <a:headEnd len="sm" w="sm" type="none"/>
            <a:tailEnd len="sm" w="sm" type="none"/>
          </a:ln>
        </p:spPr>
      </p:cxnSp>
      <p:cxnSp>
        <p:nvCxnSpPr>
          <p:cNvPr id="97" name="Google Shape;97;p3"/>
          <p:cNvCxnSpPr/>
          <p:nvPr/>
        </p:nvCxnSpPr>
        <p:spPr>
          <a:xfrm>
            <a:off x="9099423" y="4160520"/>
            <a:ext cx="0" cy="2331600"/>
          </a:xfrm>
          <a:prstGeom prst="straightConnector1">
            <a:avLst/>
          </a:prstGeom>
          <a:noFill/>
          <a:ln cap="flat" cmpd="sng" w="9525">
            <a:solidFill>
              <a:srgbClr val="D1D5DB"/>
            </a:solidFill>
            <a:prstDash val="solid"/>
            <a:round/>
            <a:headEnd len="sm" w="sm" type="none"/>
            <a:tailEnd len="sm" w="sm" type="none"/>
          </a:ln>
        </p:spPr>
      </p:cxnSp>
      <p:cxnSp>
        <p:nvCxnSpPr>
          <p:cNvPr id="98" name="Google Shape;98;p3"/>
          <p:cNvCxnSpPr/>
          <p:nvPr/>
        </p:nvCxnSpPr>
        <p:spPr>
          <a:xfrm>
            <a:off x="11795760" y="4160520"/>
            <a:ext cx="0" cy="2331600"/>
          </a:xfrm>
          <a:prstGeom prst="straightConnector1">
            <a:avLst/>
          </a:prstGeom>
          <a:noFill/>
          <a:ln cap="flat" cmpd="sng" w="9525">
            <a:solidFill>
              <a:srgbClr val="D1D5DB"/>
            </a:solidFill>
            <a:prstDash val="solid"/>
            <a:round/>
            <a:headEnd len="sm" w="sm" type="none"/>
            <a:tailEnd len="sm" w="sm" type="none"/>
          </a:ln>
        </p:spPr>
      </p:cxnSp>
      <p:cxnSp>
        <p:nvCxnSpPr>
          <p:cNvPr id="99" name="Google Shape;99;p3"/>
          <p:cNvCxnSpPr/>
          <p:nvPr/>
        </p:nvCxnSpPr>
        <p:spPr>
          <a:xfrm>
            <a:off x="9099423" y="4160520"/>
            <a:ext cx="219600" cy="0"/>
          </a:xfrm>
          <a:prstGeom prst="straightConnector1">
            <a:avLst/>
          </a:prstGeom>
          <a:noFill/>
          <a:ln cap="flat" cmpd="sng" w="19050">
            <a:solidFill>
              <a:srgbClr val="0A0A0A"/>
            </a:solidFill>
            <a:prstDash val="solid"/>
            <a:round/>
            <a:headEnd len="sm" w="sm" type="none"/>
            <a:tailEnd len="sm" w="sm" type="none"/>
          </a:ln>
        </p:spPr>
      </p:cxnSp>
      <p:cxnSp>
        <p:nvCxnSpPr>
          <p:cNvPr id="100" name="Google Shape;100;p3"/>
          <p:cNvCxnSpPr/>
          <p:nvPr/>
        </p:nvCxnSpPr>
        <p:spPr>
          <a:xfrm>
            <a:off x="9099423" y="4160520"/>
            <a:ext cx="0" cy="219600"/>
          </a:xfrm>
          <a:prstGeom prst="straightConnector1">
            <a:avLst/>
          </a:prstGeom>
          <a:noFill/>
          <a:ln cap="flat" cmpd="sng" w="19050">
            <a:solidFill>
              <a:srgbClr val="0A0A0A"/>
            </a:solidFill>
            <a:prstDash val="solid"/>
            <a:round/>
            <a:headEnd len="sm" w="sm" type="none"/>
            <a:tailEnd len="sm" w="sm" type="none"/>
          </a:ln>
        </p:spPr>
      </p:cxnSp>
      <p:cxnSp>
        <p:nvCxnSpPr>
          <p:cNvPr id="101" name="Google Shape;101;p3"/>
          <p:cNvCxnSpPr/>
          <p:nvPr/>
        </p:nvCxnSpPr>
        <p:spPr>
          <a:xfrm>
            <a:off x="11576304" y="4160520"/>
            <a:ext cx="219600" cy="0"/>
          </a:xfrm>
          <a:prstGeom prst="straightConnector1">
            <a:avLst/>
          </a:prstGeom>
          <a:noFill/>
          <a:ln cap="flat" cmpd="sng" w="19050">
            <a:solidFill>
              <a:srgbClr val="0A0A0A"/>
            </a:solidFill>
            <a:prstDash val="solid"/>
            <a:round/>
            <a:headEnd len="sm" w="sm" type="none"/>
            <a:tailEnd len="sm" w="sm" type="none"/>
          </a:ln>
        </p:spPr>
      </p:cxnSp>
      <p:cxnSp>
        <p:nvCxnSpPr>
          <p:cNvPr id="102" name="Google Shape;102;p3"/>
          <p:cNvCxnSpPr/>
          <p:nvPr/>
        </p:nvCxnSpPr>
        <p:spPr>
          <a:xfrm>
            <a:off x="11795760" y="4160520"/>
            <a:ext cx="0" cy="219600"/>
          </a:xfrm>
          <a:prstGeom prst="straightConnector1">
            <a:avLst/>
          </a:prstGeom>
          <a:noFill/>
          <a:ln cap="flat" cmpd="sng" w="19050">
            <a:solidFill>
              <a:srgbClr val="0A0A0A"/>
            </a:solidFill>
            <a:prstDash val="solid"/>
            <a:round/>
            <a:headEnd len="sm" w="sm" type="none"/>
            <a:tailEnd len="sm" w="sm" type="none"/>
          </a:ln>
        </p:spPr>
      </p:cxnSp>
      <p:cxnSp>
        <p:nvCxnSpPr>
          <p:cNvPr id="103" name="Google Shape;103;p3"/>
          <p:cNvCxnSpPr/>
          <p:nvPr/>
        </p:nvCxnSpPr>
        <p:spPr>
          <a:xfrm>
            <a:off x="9099423" y="6272784"/>
            <a:ext cx="0" cy="219600"/>
          </a:xfrm>
          <a:prstGeom prst="straightConnector1">
            <a:avLst/>
          </a:prstGeom>
          <a:noFill/>
          <a:ln cap="flat" cmpd="sng" w="19050">
            <a:solidFill>
              <a:srgbClr val="0A0A0A"/>
            </a:solidFill>
            <a:prstDash val="solid"/>
            <a:round/>
            <a:headEnd len="sm" w="sm" type="none"/>
            <a:tailEnd len="sm" w="sm" type="none"/>
          </a:ln>
        </p:spPr>
      </p:cxnSp>
      <p:cxnSp>
        <p:nvCxnSpPr>
          <p:cNvPr id="104" name="Google Shape;104;p3"/>
          <p:cNvCxnSpPr/>
          <p:nvPr/>
        </p:nvCxnSpPr>
        <p:spPr>
          <a:xfrm>
            <a:off x="9099423" y="6492240"/>
            <a:ext cx="219600" cy="0"/>
          </a:xfrm>
          <a:prstGeom prst="straightConnector1">
            <a:avLst/>
          </a:prstGeom>
          <a:noFill/>
          <a:ln cap="flat" cmpd="sng" w="19050">
            <a:solidFill>
              <a:srgbClr val="0A0A0A"/>
            </a:solidFill>
            <a:prstDash val="solid"/>
            <a:round/>
            <a:headEnd len="sm" w="sm" type="none"/>
            <a:tailEnd len="sm" w="sm" type="none"/>
          </a:ln>
        </p:spPr>
      </p:cxnSp>
      <p:cxnSp>
        <p:nvCxnSpPr>
          <p:cNvPr id="105" name="Google Shape;105;p3"/>
          <p:cNvCxnSpPr/>
          <p:nvPr/>
        </p:nvCxnSpPr>
        <p:spPr>
          <a:xfrm>
            <a:off x="11576304" y="6492240"/>
            <a:ext cx="219600" cy="0"/>
          </a:xfrm>
          <a:prstGeom prst="straightConnector1">
            <a:avLst/>
          </a:prstGeom>
          <a:noFill/>
          <a:ln cap="flat" cmpd="sng" w="19050">
            <a:solidFill>
              <a:srgbClr val="0A0A0A"/>
            </a:solidFill>
            <a:prstDash val="solid"/>
            <a:round/>
            <a:headEnd len="sm" w="sm" type="none"/>
            <a:tailEnd len="sm" w="sm" type="none"/>
          </a:ln>
        </p:spPr>
      </p:cxnSp>
      <p:cxnSp>
        <p:nvCxnSpPr>
          <p:cNvPr id="106" name="Google Shape;106;p3"/>
          <p:cNvCxnSpPr/>
          <p:nvPr/>
        </p:nvCxnSpPr>
        <p:spPr>
          <a:xfrm>
            <a:off x="11795760" y="6272784"/>
            <a:ext cx="0" cy="219600"/>
          </a:xfrm>
          <a:prstGeom prst="straightConnector1">
            <a:avLst/>
          </a:prstGeom>
          <a:noFill/>
          <a:ln cap="flat" cmpd="sng" w="19050">
            <a:solidFill>
              <a:srgbClr val="0A0A0A"/>
            </a:solidFill>
            <a:prstDash val="solid"/>
            <a:round/>
            <a:headEnd len="sm" w="sm" type="none"/>
            <a:tailEnd len="sm" w="sm" type="none"/>
          </a:ln>
        </p:spPr>
      </p:cxnSp>
      <p:sp>
        <p:nvSpPr>
          <p:cNvPr id="107" name="Google Shape;107;p3"/>
          <p:cNvSpPr/>
          <p:nvPr/>
        </p:nvSpPr>
        <p:spPr>
          <a:xfrm>
            <a:off x="10013252" y="4453128"/>
            <a:ext cx="868800" cy="868800"/>
          </a:xfrm>
          <a:prstGeom prst="ellipse">
            <a:avLst/>
          </a:prstGeom>
          <a:solidFill>
            <a:srgbClr val="FFFFFF"/>
          </a:solidFill>
          <a:ln cap="flat" cmpd="sng" w="15875">
            <a:solidFill>
              <a:srgbClr val="0A0A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10013252" y="4453128"/>
            <a:ext cx="8688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2200"/>
              <a:buFont typeface="Arial Black"/>
              <a:buNone/>
            </a:pPr>
            <a:r>
              <a:rPr b="1" i="0" lang="en-US" sz="2200" u="none" cap="none" strike="noStrike">
                <a:solidFill>
                  <a:srgbClr val="0A0A0A"/>
                </a:solidFill>
                <a:latin typeface="Arial Black"/>
                <a:ea typeface="Arial Black"/>
                <a:cs typeface="Arial Black"/>
                <a:sym typeface="Arial Black"/>
              </a:rPr>
              <a:t>SM</a:t>
            </a:r>
            <a:endParaRPr b="0" i="0" sz="2200" u="none" cap="none" strike="noStrike">
              <a:solidFill>
                <a:schemeClr val="dk1"/>
              </a:solidFill>
              <a:latin typeface="Calibri"/>
              <a:ea typeface="Calibri"/>
              <a:cs typeface="Calibri"/>
              <a:sym typeface="Calibri"/>
            </a:endParaRPr>
          </a:p>
        </p:txBody>
      </p:sp>
      <p:cxnSp>
        <p:nvCxnSpPr>
          <p:cNvPr id="109" name="Google Shape;109;p3"/>
          <p:cNvCxnSpPr/>
          <p:nvPr/>
        </p:nvCxnSpPr>
        <p:spPr>
          <a:xfrm>
            <a:off x="10173272" y="5486400"/>
            <a:ext cx="548700" cy="0"/>
          </a:xfrm>
          <a:prstGeom prst="straightConnector1">
            <a:avLst/>
          </a:prstGeom>
          <a:noFill/>
          <a:ln cap="flat" cmpd="sng" w="12700">
            <a:solidFill>
              <a:srgbClr val="0A0A0A"/>
            </a:solidFill>
            <a:prstDash val="solid"/>
            <a:round/>
            <a:headEnd len="sm" w="sm" type="none"/>
            <a:tailEnd len="sm" w="sm" type="none"/>
          </a:ln>
        </p:spPr>
      </p:cxnSp>
      <p:sp>
        <p:nvSpPr>
          <p:cNvPr id="110" name="Google Shape;110;p3"/>
          <p:cNvSpPr/>
          <p:nvPr/>
        </p:nvSpPr>
        <p:spPr>
          <a:xfrm>
            <a:off x="9236583" y="5623560"/>
            <a:ext cx="2421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500"/>
              <a:buFont typeface="Arial Black"/>
              <a:buNone/>
            </a:pPr>
            <a:r>
              <a:rPr b="1" i="0" lang="en-US" sz="1500" u="none" cap="none" strike="noStrike">
                <a:solidFill>
                  <a:srgbClr val="0A0A0A"/>
                </a:solidFill>
                <a:latin typeface="Arial Black"/>
                <a:ea typeface="Arial Black"/>
                <a:cs typeface="Arial Black"/>
                <a:sym typeface="Arial Black"/>
              </a:rPr>
              <a:t>Sarah</a:t>
            </a:r>
            <a:endParaRPr b="0" i="0" sz="1500" u="none" cap="none" strike="noStrike">
              <a:solidFill>
                <a:schemeClr val="dk1"/>
              </a:solidFill>
              <a:latin typeface="Calibri"/>
              <a:ea typeface="Calibri"/>
              <a:cs typeface="Calibri"/>
              <a:sym typeface="Calibri"/>
            </a:endParaRPr>
          </a:p>
        </p:txBody>
      </p:sp>
      <p:sp>
        <p:nvSpPr>
          <p:cNvPr id="111" name="Google Shape;111;p3"/>
          <p:cNvSpPr/>
          <p:nvPr/>
        </p:nvSpPr>
        <p:spPr>
          <a:xfrm>
            <a:off x="9236583" y="5989320"/>
            <a:ext cx="2421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500"/>
              <a:buFont typeface="Arial Black"/>
              <a:buNone/>
            </a:pPr>
            <a:r>
              <a:rPr b="1" i="0" lang="en-US" sz="1500" u="none" cap="none" strike="noStrike">
                <a:solidFill>
                  <a:srgbClr val="0A0A0A"/>
                </a:solidFill>
                <a:latin typeface="Arial Black"/>
                <a:ea typeface="Arial Black"/>
                <a:cs typeface="Arial Black"/>
                <a:sym typeface="Arial Black"/>
              </a:rPr>
              <a:t>Madhavan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cxnSp>
        <p:nvCxnSpPr>
          <p:cNvPr id="117" name="Google Shape;117;p4"/>
          <p:cNvCxnSpPr/>
          <p:nvPr/>
        </p:nvCxnSpPr>
        <p:spPr>
          <a:xfrm>
            <a:off x="11247120" y="868680"/>
            <a:ext cx="502800" cy="183000"/>
          </a:xfrm>
          <a:prstGeom prst="straightConnector1">
            <a:avLst/>
          </a:prstGeom>
          <a:noFill/>
          <a:ln cap="flat" cmpd="sng" w="9525">
            <a:solidFill>
              <a:srgbClr val="9CA3AF"/>
            </a:solidFill>
            <a:prstDash val="solid"/>
            <a:round/>
            <a:headEnd len="sm" w="sm" type="none"/>
            <a:tailEnd len="sm" w="sm" type="none"/>
          </a:ln>
        </p:spPr>
      </p:cxnSp>
      <p:cxnSp>
        <p:nvCxnSpPr>
          <p:cNvPr id="118" name="Google Shape;118;p4"/>
          <p:cNvCxnSpPr/>
          <p:nvPr/>
        </p:nvCxnSpPr>
        <p:spPr>
          <a:xfrm flipH="1">
            <a:off x="11018520" y="868680"/>
            <a:ext cx="228600" cy="411600"/>
          </a:xfrm>
          <a:prstGeom prst="straightConnector1">
            <a:avLst/>
          </a:prstGeom>
          <a:noFill/>
          <a:ln cap="flat" cmpd="sng" w="9525">
            <a:solidFill>
              <a:srgbClr val="9CA3AF"/>
            </a:solidFill>
            <a:prstDash val="solid"/>
            <a:round/>
            <a:headEnd len="sm" w="sm" type="none"/>
            <a:tailEnd len="sm" w="sm" type="none"/>
          </a:ln>
        </p:spPr>
      </p:cxnSp>
      <p:cxnSp>
        <p:nvCxnSpPr>
          <p:cNvPr id="119" name="Google Shape;119;p4"/>
          <p:cNvCxnSpPr/>
          <p:nvPr/>
        </p:nvCxnSpPr>
        <p:spPr>
          <a:xfrm>
            <a:off x="11018520" y="1280160"/>
            <a:ext cx="457200" cy="137100"/>
          </a:xfrm>
          <a:prstGeom prst="straightConnector1">
            <a:avLst/>
          </a:prstGeom>
          <a:noFill/>
          <a:ln cap="flat" cmpd="sng" w="9525">
            <a:solidFill>
              <a:srgbClr val="9CA3AF"/>
            </a:solidFill>
            <a:prstDash val="solid"/>
            <a:round/>
            <a:headEnd len="sm" w="sm" type="none"/>
            <a:tailEnd len="sm" w="sm" type="none"/>
          </a:ln>
        </p:spPr>
      </p:cxnSp>
      <p:cxnSp>
        <p:nvCxnSpPr>
          <p:cNvPr id="120" name="Google Shape;120;p4"/>
          <p:cNvCxnSpPr/>
          <p:nvPr/>
        </p:nvCxnSpPr>
        <p:spPr>
          <a:xfrm flipH="1">
            <a:off x="11475840" y="1051560"/>
            <a:ext cx="274200" cy="365700"/>
          </a:xfrm>
          <a:prstGeom prst="straightConnector1">
            <a:avLst/>
          </a:prstGeom>
          <a:noFill/>
          <a:ln cap="flat" cmpd="sng" w="9525">
            <a:solidFill>
              <a:srgbClr val="9CA3AF"/>
            </a:solidFill>
            <a:prstDash val="solid"/>
            <a:round/>
            <a:headEnd len="sm" w="sm" type="none"/>
            <a:tailEnd len="sm" w="sm" type="none"/>
          </a:ln>
        </p:spPr>
      </p:cxnSp>
      <p:sp>
        <p:nvSpPr>
          <p:cNvPr id="121" name="Google Shape;121;p4"/>
          <p:cNvSpPr/>
          <p:nvPr/>
        </p:nvSpPr>
        <p:spPr>
          <a:xfrm>
            <a:off x="11210544" y="832104"/>
            <a:ext cx="73200" cy="73200"/>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11713464" y="1014984"/>
            <a:ext cx="73200" cy="73200"/>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11439144" y="1380744"/>
            <a:ext cx="73200" cy="73200"/>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10981944" y="1243584"/>
            <a:ext cx="73200" cy="73200"/>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457200" y="274320"/>
            <a:ext cx="182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00"/>
              <a:buFont typeface="Courier New"/>
              <a:buNone/>
            </a:pPr>
            <a:r>
              <a:rPr b="1" i="0" lang="en-US" sz="1000" u="none" cap="none" strike="noStrike">
                <a:solidFill>
                  <a:srgbClr val="000000"/>
                </a:solidFill>
                <a:latin typeface="Courier New"/>
                <a:ea typeface="Courier New"/>
                <a:cs typeface="Courier New"/>
                <a:sym typeface="Courier New"/>
              </a:rPr>
              <a:t>TRACE.SPACE</a:t>
            </a:r>
            <a:endParaRPr b="0" i="0" sz="1000" u="none" cap="none" strike="noStrike">
              <a:solidFill>
                <a:schemeClr val="dk1"/>
              </a:solidFill>
              <a:latin typeface="Calibri"/>
              <a:ea typeface="Calibri"/>
              <a:cs typeface="Calibri"/>
              <a:sym typeface="Calibri"/>
            </a:endParaRPr>
          </a:p>
        </p:txBody>
      </p:sp>
      <p:sp>
        <p:nvSpPr>
          <p:cNvPr id="126" name="Google Shape;126;p4"/>
          <p:cNvSpPr/>
          <p:nvPr/>
        </p:nvSpPr>
        <p:spPr>
          <a:xfrm>
            <a:off x="10332720" y="274320"/>
            <a:ext cx="1371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ourier New"/>
              <a:buNone/>
            </a:pPr>
            <a:r>
              <a:rPr b="0" i="0" lang="en-US" sz="900" u="none" cap="none" strike="noStrike">
                <a:solidFill>
                  <a:srgbClr val="6B7280"/>
                </a:solidFill>
                <a:latin typeface="Courier New"/>
                <a:ea typeface="Courier New"/>
                <a:cs typeface="Courier New"/>
                <a:sym typeface="Courier New"/>
              </a:rPr>
              <a:t>02 / 08</a:t>
            </a:r>
            <a:endParaRPr b="0" i="0" sz="900" u="none" cap="none" strike="noStrike">
              <a:solidFill>
                <a:schemeClr val="dk1"/>
              </a:solidFill>
              <a:latin typeface="Calibri"/>
              <a:ea typeface="Calibri"/>
              <a:cs typeface="Calibri"/>
              <a:sym typeface="Calibri"/>
            </a:endParaRPr>
          </a:p>
        </p:txBody>
      </p:sp>
      <p:cxnSp>
        <p:nvCxnSpPr>
          <p:cNvPr id="127" name="Google Shape;127;p4"/>
          <p:cNvCxnSpPr/>
          <p:nvPr/>
        </p:nvCxnSpPr>
        <p:spPr>
          <a:xfrm>
            <a:off x="457200" y="594360"/>
            <a:ext cx="11274600" cy="0"/>
          </a:xfrm>
          <a:prstGeom prst="straightConnector1">
            <a:avLst/>
          </a:prstGeom>
          <a:noFill/>
          <a:ln cap="flat" cmpd="sng" w="9525">
            <a:solidFill>
              <a:srgbClr val="D1D5DB"/>
            </a:solidFill>
            <a:prstDash val="solid"/>
            <a:round/>
            <a:headEnd len="sm" w="sm" type="none"/>
            <a:tailEnd len="sm" w="sm" type="none"/>
          </a:ln>
        </p:spPr>
      </p:cxnSp>
      <p:cxnSp>
        <p:nvCxnSpPr>
          <p:cNvPr id="128" name="Google Shape;128;p4"/>
          <p:cNvCxnSpPr/>
          <p:nvPr/>
        </p:nvCxnSpPr>
        <p:spPr>
          <a:xfrm>
            <a:off x="365760" y="777240"/>
            <a:ext cx="11430000" cy="0"/>
          </a:xfrm>
          <a:prstGeom prst="straightConnector1">
            <a:avLst/>
          </a:prstGeom>
          <a:noFill/>
          <a:ln cap="flat" cmpd="sng" w="9525">
            <a:solidFill>
              <a:srgbClr val="D1D5DB"/>
            </a:solidFill>
            <a:prstDash val="solid"/>
            <a:round/>
            <a:headEnd len="sm" w="sm" type="none"/>
            <a:tailEnd len="sm" w="sm" type="none"/>
          </a:ln>
        </p:spPr>
      </p:cxnSp>
      <p:cxnSp>
        <p:nvCxnSpPr>
          <p:cNvPr id="129" name="Google Shape;129;p4"/>
          <p:cNvCxnSpPr/>
          <p:nvPr/>
        </p:nvCxnSpPr>
        <p:spPr>
          <a:xfrm>
            <a:off x="365760" y="1645920"/>
            <a:ext cx="11430000" cy="0"/>
          </a:xfrm>
          <a:prstGeom prst="straightConnector1">
            <a:avLst/>
          </a:prstGeom>
          <a:noFill/>
          <a:ln cap="flat" cmpd="sng" w="9525">
            <a:solidFill>
              <a:srgbClr val="D1D5DB"/>
            </a:solidFill>
            <a:prstDash val="solid"/>
            <a:round/>
            <a:headEnd len="sm" w="sm" type="none"/>
            <a:tailEnd len="sm" w="sm" type="none"/>
          </a:ln>
        </p:spPr>
      </p:cxnSp>
      <p:cxnSp>
        <p:nvCxnSpPr>
          <p:cNvPr id="130" name="Google Shape;130;p4"/>
          <p:cNvCxnSpPr/>
          <p:nvPr/>
        </p:nvCxnSpPr>
        <p:spPr>
          <a:xfrm>
            <a:off x="365760" y="777240"/>
            <a:ext cx="0" cy="868800"/>
          </a:xfrm>
          <a:prstGeom prst="straightConnector1">
            <a:avLst/>
          </a:prstGeom>
          <a:noFill/>
          <a:ln cap="flat" cmpd="sng" w="9525">
            <a:solidFill>
              <a:srgbClr val="D1D5DB"/>
            </a:solidFill>
            <a:prstDash val="solid"/>
            <a:round/>
            <a:headEnd len="sm" w="sm" type="none"/>
            <a:tailEnd len="sm" w="sm" type="none"/>
          </a:ln>
        </p:spPr>
      </p:cxnSp>
      <p:cxnSp>
        <p:nvCxnSpPr>
          <p:cNvPr id="131" name="Google Shape;131;p4"/>
          <p:cNvCxnSpPr/>
          <p:nvPr/>
        </p:nvCxnSpPr>
        <p:spPr>
          <a:xfrm>
            <a:off x="11795760" y="777240"/>
            <a:ext cx="0" cy="868800"/>
          </a:xfrm>
          <a:prstGeom prst="straightConnector1">
            <a:avLst/>
          </a:prstGeom>
          <a:noFill/>
          <a:ln cap="flat" cmpd="sng" w="9525">
            <a:solidFill>
              <a:srgbClr val="D1D5DB"/>
            </a:solidFill>
            <a:prstDash val="solid"/>
            <a:round/>
            <a:headEnd len="sm" w="sm" type="none"/>
            <a:tailEnd len="sm" w="sm" type="none"/>
          </a:ln>
        </p:spPr>
      </p:cxnSp>
      <p:cxnSp>
        <p:nvCxnSpPr>
          <p:cNvPr id="132" name="Google Shape;132;p4"/>
          <p:cNvCxnSpPr/>
          <p:nvPr/>
        </p:nvCxnSpPr>
        <p:spPr>
          <a:xfrm>
            <a:off x="365760" y="777240"/>
            <a:ext cx="201300" cy="0"/>
          </a:xfrm>
          <a:prstGeom prst="straightConnector1">
            <a:avLst/>
          </a:prstGeom>
          <a:noFill/>
          <a:ln cap="flat" cmpd="sng" w="12700">
            <a:solidFill>
              <a:srgbClr val="0A0A0A"/>
            </a:solidFill>
            <a:prstDash val="solid"/>
            <a:round/>
            <a:headEnd len="sm" w="sm" type="none"/>
            <a:tailEnd len="sm" w="sm" type="none"/>
          </a:ln>
        </p:spPr>
      </p:cxnSp>
      <p:cxnSp>
        <p:nvCxnSpPr>
          <p:cNvPr id="133" name="Google Shape;133;p4"/>
          <p:cNvCxnSpPr/>
          <p:nvPr/>
        </p:nvCxnSpPr>
        <p:spPr>
          <a:xfrm>
            <a:off x="365760" y="777240"/>
            <a:ext cx="0" cy="201300"/>
          </a:xfrm>
          <a:prstGeom prst="straightConnector1">
            <a:avLst/>
          </a:prstGeom>
          <a:noFill/>
          <a:ln cap="flat" cmpd="sng" w="12700">
            <a:solidFill>
              <a:srgbClr val="0A0A0A"/>
            </a:solidFill>
            <a:prstDash val="solid"/>
            <a:round/>
            <a:headEnd len="sm" w="sm" type="none"/>
            <a:tailEnd len="sm" w="sm" type="none"/>
          </a:ln>
        </p:spPr>
      </p:cxnSp>
      <p:cxnSp>
        <p:nvCxnSpPr>
          <p:cNvPr id="134" name="Google Shape;134;p4"/>
          <p:cNvCxnSpPr/>
          <p:nvPr/>
        </p:nvCxnSpPr>
        <p:spPr>
          <a:xfrm>
            <a:off x="11594592" y="777240"/>
            <a:ext cx="201300" cy="0"/>
          </a:xfrm>
          <a:prstGeom prst="straightConnector1">
            <a:avLst/>
          </a:prstGeom>
          <a:noFill/>
          <a:ln cap="flat" cmpd="sng" w="12700">
            <a:solidFill>
              <a:srgbClr val="0A0A0A"/>
            </a:solidFill>
            <a:prstDash val="solid"/>
            <a:round/>
            <a:headEnd len="sm" w="sm" type="none"/>
            <a:tailEnd len="sm" w="sm" type="none"/>
          </a:ln>
        </p:spPr>
      </p:cxnSp>
      <p:cxnSp>
        <p:nvCxnSpPr>
          <p:cNvPr id="135" name="Google Shape;135;p4"/>
          <p:cNvCxnSpPr/>
          <p:nvPr/>
        </p:nvCxnSpPr>
        <p:spPr>
          <a:xfrm>
            <a:off x="11795760" y="777240"/>
            <a:ext cx="0" cy="201300"/>
          </a:xfrm>
          <a:prstGeom prst="straightConnector1">
            <a:avLst/>
          </a:prstGeom>
          <a:noFill/>
          <a:ln cap="flat" cmpd="sng" w="12700">
            <a:solidFill>
              <a:srgbClr val="0A0A0A"/>
            </a:solidFill>
            <a:prstDash val="solid"/>
            <a:round/>
            <a:headEnd len="sm" w="sm" type="none"/>
            <a:tailEnd len="sm" w="sm" type="none"/>
          </a:ln>
        </p:spPr>
      </p:cxnSp>
      <p:cxnSp>
        <p:nvCxnSpPr>
          <p:cNvPr id="136" name="Google Shape;136;p4"/>
          <p:cNvCxnSpPr/>
          <p:nvPr/>
        </p:nvCxnSpPr>
        <p:spPr>
          <a:xfrm>
            <a:off x="365760" y="1444752"/>
            <a:ext cx="0" cy="201300"/>
          </a:xfrm>
          <a:prstGeom prst="straightConnector1">
            <a:avLst/>
          </a:prstGeom>
          <a:noFill/>
          <a:ln cap="flat" cmpd="sng" w="12700">
            <a:solidFill>
              <a:srgbClr val="0A0A0A"/>
            </a:solidFill>
            <a:prstDash val="solid"/>
            <a:round/>
            <a:headEnd len="sm" w="sm" type="none"/>
            <a:tailEnd len="sm" w="sm" type="none"/>
          </a:ln>
        </p:spPr>
      </p:cxnSp>
      <p:cxnSp>
        <p:nvCxnSpPr>
          <p:cNvPr id="137" name="Google Shape;137;p4"/>
          <p:cNvCxnSpPr/>
          <p:nvPr/>
        </p:nvCxnSpPr>
        <p:spPr>
          <a:xfrm>
            <a:off x="365760" y="1645920"/>
            <a:ext cx="201300" cy="0"/>
          </a:xfrm>
          <a:prstGeom prst="straightConnector1">
            <a:avLst/>
          </a:prstGeom>
          <a:noFill/>
          <a:ln cap="flat" cmpd="sng" w="12700">
            <a:solidFill>
              <a:srgbClr val="0A0A0A"/>
            </a:solidFill>
            <a:prstDash val="solid"/>
            <a:round/>
            <a:headEnd len="sm" w="sm" type="none"/>
            <a:tailEnd len="sm" w="sm" type="none"/>
          </a:ln>
        </p:spPr>
      </p:cxnSp>
      <p:cxnSp>
        <p:nvCxnSpPr>
          <p:cNvPr id="138" name="Google Shape;138;p4"/>
          <p:cNvCxnSpPr/>
          <p:nvPr/>
        </p:nvCxnSpPr>
        <p:spPr>
          <a:xfrm>
            <a:off x="11594592" y="1645920"/>
            <a:ext cx="201300" cy="0"/>
          </a:xfrm>
          <a:prstGeom prst="straightConnector1">
            <a:avLst/>
          </a:prstGeom>
          <a:noFill/>
          <a:ln cap="flat" cmpd="sng" w="12700">
            <a:solidFill>
              <a:srgbClr val="0A0A0A"/>
            </a:solidFill>
            <a:prstDash val="solid"/>
            <a:round/>
            <a:headEnd len="sm" w="sm" type="none"/>
            <a:tailEnd len="sm" w="sm" type="none"/>
          </a:ln>
        </p:spPr>
      </p:cxnSp>
      <p:cxnSp>
        <p:nvCxnSpPr>
          <p:cNvPr id="139" name="Google Shape;139;p4"/>
          <p:cNvCxnSpPr/>
          <p:nvPr/>
        </p:nvCxnSpPr>
        <p:spPr>
          <a:xfrm>
            <a:off x="11795760" y="1444752"/>
            <a:ext cx="0" cy="201300"/>
          </a:xfrm>
          <a:prstGeom prst="straightConnector1">
            <a:avLst/>
          </a:prstGeom>
          <a:noFill/>
          <a:ln cap="flat" cmpd="sng" w="12700">
            <a:solidFill>
              <a:srgbClr val="0A0A0A"/>
            </a:solidFill>
            <a:prstDash val="solid"/>
            <a:round/>
            <a:headEnd len="sm" w="sm" type="none"/>
            <a:tailEnd len="sm" w="sm" type="none"/>
          </a:ln>
        </p:spPr>
      </p:cxnSp>
      <p:sp>
        <p:nvSpPr>
          <p:cNvPr id="140" name="Google Shape;140;p4"/>
          <p:cNvSpPr/>
          <p:nvPr/>
        </p:nvSpPr>
        <p:spPr>
          <a:xfrm>
            <a:off x="457200" y="868680"/>
            <a:ext cx="112470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400"/>
              <a:buFont typeface="Arial Black"/>
              <a:buNone/>
            </a:pPr>
            <a:r>
              <a:rPr b="1" i="0" lang="en-US" sz="3400" u="none" cap="none" strike="noStrike">
                <a:solidFill>
                  <a:srgbClr val="000000"/>
                </a:solidFill>
                <a:latin typeface="Arial Black"/>
                <a:ea typeface="Arial Black"/>
                <a:cs typeface="Arial Black"/>
                <a:sym typeface="Arial Black"/>
              </a:rPr>
              <a:t>The systems engineer today</a:t>
            </a:r>
            <a:endParaRPr b="0" i="0" sz="3400" u="none" cap="none" strike="noStrike">
              <a:solidFill>
                <a:schemeClr val="dk1"/>
              </a:solidFill>
              <a:latin typeface="Calibri"/>
              <a:ea typeface="Calibri"/>
              <a:cs typeface="Calibri"/>
              <a:sym typeface="Calibri"/>
            </a:endParaRPr>
          </a:p>
        </p:txBody>
      </p:sp>
      <p:sp>
        <p:nvSpPr>
          <p:cNvPr id="141" name="Google Shape;141;p4"/>
          <p:cNvSpPr/>
          <p:nvPr/>
        </p:nvSpPr>
        <p:spPr>
          <a:xfrm>
            <a:off x="457200" y="1755648"/>
            <a:ext cx="112470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400"/>
              <a:buFont typeface="Courier New"/>
              <a:buNone/>
            </a:pPr>
            <a:r>
              <a:rPr b="1" i="0" lang="en-US" sz="1400" u="none" cap="none" strike="noStrike">
                <a:solidFill>
                  <a:srgbClr val="5B21B6"/>
                </a:solidFill>
                <a:latin typeface="Courier New"/>
                <a:ea typeface="Courier New"/>
                <a:cs typeface="Courier New"/>
                <a:sym typeface="Courier New"/>
              </a:rPr>
              <a:t>WHO THEY ARE  ·  WHAT THEY DO  ·  WHY THEY RANT</a:t>
            </a:r>
            <a:endParaRPr b="0" i="0" sz="1400" u="none" cap="none" strike="noStrike">
              <a:solidFill>
                <a:schemeClr val="dk1"/>
              </a:solidFill>
              <a:latin typeface="Calibri"/>
              <a:ea typeface="Calibri"/>
              <a:cs typeface="Calibri"/>
              <a:sym typeface="Calibri"/>
            </a:endParaRPr>
          </a:p>
        </p:txBody>
      </p:sp>
      <p:cxnSp>
        <p:nvCxnSpPr>
          <p:cNvPr id="142" name="Google Shape;142;p4"/>
          <p:cNvCxnSpPr/>
          <p:nvPr/>
        </p:nvCxnSpPr>
        <p:spPr>
          <a:xfrm>
            <a:off x="365760" y="2331720"/>
            <a:ext cx="6766500" cy="0"/>
          </a:xfrm>
          <a:prstGeom prst="straightConnector1">
            <a:avLst/>
          </a:prstGeom>
          <a:noFill/>
          <a:ln cap="flat" cmpd="sng" w="9525">
            <a:solidFill>
              <a:srgbClr val="D1D5DB"/>
            </a:solidFill>
            <a:prstDash val="solid"/>
            <a:round/>
            <a:headEnd len="sm" w="sm" type="none"/>
            <a:tailEnd len="sm" w="sm" type="none"/>
          </a:ln>
        </p:spPr>
      </p:cxnSp>
      <p:cxnSp>
        <p:nvCxnSpPr>
          <p:cNvPr id="143" name="Google Shape;143;p4"/>
          <p:cNvCxnSpPr/>
          <p:nvPr/>
        </p:nvCxnSpPr>
        <p:spPr>
          <a:xfrm>
            <a:off x="365760" y="3657600"/>
            <a:ext cx="6766500" cy="0"/>
          </a:xfrm>
          <a:prstGeom prst="straightConnector1">
            <a:avLst/>
          </a:prstGeom>
          <a:noFill/>
          <a:ln cap="flat" cmpd="sng" w="9525">
            <a:solidFill>
              <a:srgbClr val="D1D5DB"/>
            </a:solidFill>
            <a:prstDash val="solid"/>
            <a:round/>
            <a:headEnd len="sm" w="sm" type="none"/>
            <a:tailEnd len="sm" w="sm" type="none"/>
          </a:ln>
        </p:spPr>
      </p:cxnSp>
      <p:cxnSp>
        <p:nvCxnSpPr>
          <p:cNvPr id="144" name="Google Shape;144;p4"/>
          <p:cNvCxnSpPr/>
          <p:nvPr/>
        </p:nvCxnSpPr>
        <p:spPr>
          <a:xfrm>
            <a:off x="365760" y="2331720"/>
            <a:ext cx="0" cy="1326000"/>
          </a:xfrm>
          <a:prstGeom prst="straightConnector1">
            <a:avLst/>
          </a:prstGeom>
          <a:noFill/>
          <a:ln cap="flat" cmpd="sng" w="9525">
            <a:solidFill>
              <a:srgbClr val="D1D5DB"/>
            </a:solidFill>
            <a:prstDash val="solid"/>
            <a:round/>
            <a:headEnd len="sm" w="sm" type="none"/>
            <a:tailEnd len="sm" w="sm" type="none"/>
          </a:ln>
        </p:spPr>
      </p:cxnSp>
      <p:cxnSp>
        <p:nvCxnSpPr>
          <p:cNvPr id="145" name="Google Shape;145;p4"/>
          <p:cNvCxnSpPr/>
          <p:nvPr/>
        </p:nvCxnSpPr>
        <p:spPr>
          <a:xfrm>
            <a:off x="7132320" y="2331720"/>
            <a:ext cx="0" cy="1326000"/>
          </a:xfrm>
          <a:prstGeom prst="straightConnector1">
            <a:avLst/>
          </a:prstGeom>
          <a:noFill/>
          <a:ln cap="flat" cmpd="sng" w="9525">
            <a:solidFill>
              <a:srgbClr val="D1D5DB"/>
            </a:solidFill>
            <a:prstDash val="solid"/>
            <a:round/>
            <a:headEnd len="sm" w="sm" type="none"/>
            <a:tailEnd len="sm" w="sm" type="none"/>
          </a:ln>
        </p:spPr>
      </p:cxnSp>
      <p:cxnSp>
        <p:nvCxnSpPr>
          <p:cNvPr id="146" name="Google Shape;146;p4"/>
          <p:cNvCxnSpPr/>
          <p:nvPr/>
        </p:nvCxnSpPr>
        <p:spPr>
          <a:xfrm>
            <a:off x="365760" y="2331720"/>
            <a:ext cx="164700" cy="0"/>
          </a:xfrm>
          <a:prstGeom prst="straightConnector1">
            <a:avLst/>
          </a:prstGeom>
          <a:noFill/>
          <a:ln cap="flat" cmpd="sng" w="15875">
            <a:solidFill>
              <a:srgbClr val="0A0A0A"/>
            </a:solidFill>
            <a:prstDash val="solid"/>
            <a:round/>
            <a:headEnd len="sm" w="sm" type="none"/>
            <a:tailEnd len="sm" w="sm" type="none"/>
          </a:ln>
        </p:spPr>
      </p:cxnSp>
      <p:cxnSp>
        <p:nvCxnSpPr>
          <p:cNvPr id="147" name="Google Shape;147;p4"/>
          <p:cNvCxnSpPr/>
          <p:nvPr/>
        </p:nvCxnSpPr>
        <p:spPr>
          <a:xfrm>
            <a:off x="365760" y="2331720"/>
            <a:ext cx="0" cy="164700"/>
          </a:xfrm>
          <a:prstGeom prst="straightConnector1">
            <a:avLst/>
          </a:prstGeom>
          <a:noFill/>
          <a:ln cap="flat" cmpd="sng" w="15875">
            <a:solidFill>
              <a:srgbClr val="0A0A0A"/>
            </a:solidFill>
            <a:prstDash val="solid"/>
            <a:round/>
            <a:headEnd len="sm" w="sm" type="none"/>
            <a:tailEnd len="sm" w="sm" type="none"/>
          </a:ln>
        </p:spPr>
      </p:cxnSp>
      <p:cxnSp>
        <p:nvCxnSpPr>
          <p:cNvPr id="148" name="Google Shape;148;p4"/>
          <p:cNvCxnSpPr/>
          <p:nvPr/>
        </p:nvCxnSpPr>
        <p:spPr>
          <a:xfrm>
            <a:off x="6967728" y="2331720"/>
            <a:ext cx="164700" cy="0"/>
          </a:xfrm>
          <a:prstGeom prst="straightConnector1">
            <a:avLst/>
          </a:prstGeom>
          <a:noFill/>
          <a:ln cap="flat" cmpd="sng" w="15875">
            <a:solidFill>
              <a:srgbClr val="0A0A0A"/>
            </a:solidFill>
            <a:prstDash val="solid"/>
            <a:round/>
            <a:headEnd len="sm" w="sm" type="none"/>
            <a:tailEnd len="sm" w="sm" type="none"/>
          </a:ln>
        </p:spPr>
      </p:cxnSp>
      <p:cxnSp>
        <p:nvCxnSpPr>
          <p:cNvPr id="149" name="Google Shape;149;p4"/>
          <p:cNvCxnSpPr/>
          <p:nvPr/>
        </p:nvCxnSpPr>
        <p:spPr>
          <a:xfrm>
            <a:off x="7132320" y="2331720"/>
            <a:ext cx="0" cy="164700"/>
          </a:xfrm>
          <a:prstGeom prst="straightConnector1">
            <a:avLst/>
          </a:prstGeom>
          <a:noFill/>
          <a:ln cap="flat" cmpd="sng" w="15875">
            <a:solidFill>
              <a:srgbClr val="0A0A0A"/>
            </a:solidFill>
            <a:prstDash val="solid"/>
            <a:round/>
            <a:headEnd len="sm" w="sm" type="none"/>
            <a:tailEnd len="sm" w="sm" type="none"/>
          </a:ln>
        </p:spPr>
      </p:cxnSp>
      <p:cxnSp>
        <p:nvCxnSpPr>
          <p:cNvPr id="150" name="Google Shape;150;p4"/>
          <p:cNvCxnSpPr/>
          <p:nvPr/>
        </p:nvCxnSpPr>
        <p:spPr>
          <a:xfrm>
            <a:off x="365760" y="3493008"/>
            <a:ext cx="0" cy="164700"/>
          </a:xfrm>
          <a:prstGeom prst="straightConnector1">
            <a:avLst/>
          </a:prstGeom>
          <a:noFill/>
          <a:ln cap="flat" cmpd="sng" w="15875">
            <a:solidFill>
              <a:srgbClr val="0A0A0A"/>
            </a:solidFill>
            <a:prstDash val="solid"/>
            <a:round/>
            <a:headEnd len="sm" w="sm" type="none"/>
            <a:tailEnd len="sm" w="sm" type="none"/>
          </a:ln>
        </p:spPr>
      </p:cxnSp>
      <p:cxnSp>
        <p:nvCxnSpPr>
          <p:cNvPr id="151" name="Google Shape;151;p4"/>
          <p:cNvCxnSpPr/>
          <p:nvPr/>
        </p:nvCxnSpPr>
        <p:spPr>
          <a:xfrm>
            <a:off x="365760" y="3657600"/>
            <a:ext cx="164700" cy="0"/>
          </a:xfrm>
          <a:prstGeom prst="straightConnector1">
            <a:avLst/>
          </a:prstGeom>
          <a:noFill/>
          <a:ln cap="flat" cmpd="sng" w="15875">
            <a:solidFill>
              <a:srgbClr val="0A0A0A"/>
            </a:solidFill>
            <a:prstDash val="solid"/>
            <a:round/>
            <a:headEnd len="sm" w="sm" type="none"/>
            <a:tailEnd len="sm" w="sm" type="none"/>
          </a:ln>
        </p:spPr>
      </p:cxnSp>
      <p:cxnSp>
        <p:nvCxnSpPr>
          <p:cNvPr id="152" name="Google Shape;152;p4"/>
          <p:cNvCxnSpPr/>
          <p:nvPr/>
        </p:nvCxnSpPr>
        <p:spPr>
          <a:xfrm>
            <a:off x="6967728" y="3657600"/>
            <a:ext cx="164700" cy="0"/>
          </a:xfrm>
          <a:prstGeom prst="straightConnector1">
            <a:avLst/>
          </a:prstGeom>
          <a:noFill/>
          <a:ln cap="flat" cmpd="sng" w="15875">
            <a:solidFill>
              <a:srgbClr val="0A0A0A"/>
            </a:solidFill>
            <a:prstDash val="solid"/>
            <a:round/>
            <a:headEnd len="sm" w="sm" type="none"/>
            <a:tailEnd len="sm" w="sm" type="none"/>
          </a:ln>
        </p:spPr>
      </p:cxnSp>
      <p:cxnSp>
        <p:nvCxnSpPr>
          <p:cNvPr id="153" name="Google Shape;153;p4"/>
          <p:cNvCxnSpPr/>
          <p:nvPr/>
        </p:nvCxnSpPr>
        <p:spPr>
          <a:xfrm>
            <a:off x="7132320" y="3493008"/>
            <a:ext cx="0" cy="164700"/>
          </a:xfrm>
          <a:prstGeom prst="straightConnector1">
            <a:avLst/>
          </a:prstGeom>
          <a:noFill/>
          <a:ln cap="flat" cmpd="sng" w="15875">
            <a:solidFill>
              <a:srgbClr val="0A0A0A"/>
            </a:solidFill>
            <a:prstDash val="solid"/>
            <a:round/>
            <a:headEnd len="sm" w="sm" type="none"/>
            <a:tailEnd len="sm" w="sm" type="none"/>
          </a:ln>
        </p:spPr>
      </p:cxnSp>
      <p:sp>
        <p:nvSpPr>
          <p:cNvPr id="154" name="Google Shape;154;p4"/>
          <p:cNvSpPr/>
          <p:nvPr/>
        </p:nvSpPr>
        <p:spPr>
          <a:xfrm>
            <a:off x="685800" y="2496312"/>
            <a:ext cx="6126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WHO THEY ARE</a:t>
            </a:r>
            <a:endParaRPr b="0" i="0" sz="1000" u="none" cap="none" strike="noStrike">
              <a:solidFill>
                <a:schemeClr val="dk1"/>
              </a:solidFill>
              <a:latin typeface="Calibri"/>
              <a:ea typeface="Calibri"/>
              <a:cs typeface="Calibri"/>
              <a:sym typeface="Calibri"/>
            </a:endParaRPr>
          </a:p>
        </p:txBody>
      </p:sp>
      <p:cxnSp>
        <p:nvCxnSpPr>
          <p:cNvPr id="155" name="Google Shape;155;p4"/>
          <p:cNvCxnSpPr/>
          <p:nvPr/>
        </p:nvCxnSpPr>
        <p:spPr>
          <a:xfrm>
            <a:off x="685800" y="2788920"/>
            <a:ext cx="457200" cy="0"/>
          </a:xfrm>
          <a:prstGeom prst="straightConnector1">
            <a:avLst/>
          </a:prstGeom>
          <a:noFill/>
          <a:ln cap="flat" cmpd="sng" w="12700">
            <a:solidFill>
              <a:srgbClr val="0A0A0A"/>
            </a:solidFill>
            <a:prstDash val="solid"/>
            <a:round/>
            <a:headEnd len="sm" w="sm" type="none"/>
            <a:tailEnd len="sm" w="sm" type="none"/>
          </a:ln>
        </p:spPr>
      </p:cxnSp>
      <p:sp>
        <p:nvSpPr>
          <p:cNvPr id="156" name="Google Shape;156;p4"/>
          <p:cNvSpPr/>
          <p:nvPr/>
        </p:nvSpPr>
        <p:spPr>
          <a:xfrm>
            <a:off x="685800" y="2834640"/>
            <a:ext cx="6126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A0A"/>
              </a:buClr>
              <a:buSzPts val="1700"/>
              <a:buFont typeface="Arial Black"/>
              <a:buNone/>
            </a:pPr>
            <a:r>
              <a:rPr b="1" i="0" lang="en-US" sz="1700" u="none" cap="none" strike="noStrike">
                <a:solidFill>
                  <a:srgbClr val="0A0A0A"/>
                </a:solidFill>
                <a:latin typeface="Arial Black"/>
                <a:ea typeface="Arial Black"/>
                <a:cs typeface="Arial Black"/>
                <a:sym typeface="Arial Black"/>
              </a:rPr>
              <a:t>The responsible adults.</a:t>
            </a:r>
            <a:endParaRPr b="0" i="0" sz="1700" u="none" cap="none" strike="noStrike">
              <a:solidFill>
                <a:schemeClr val="dk1"/>
              </a:solidFill>
              <a:latin typeface="Calibri"/>
              <a:ea typeface="Calibri"/>
              <a:cs typeface="Calibri"/>
              <a:sym typeface="Calibri"/>
            </a:endParaRPr>
          </a:p>
        </p:txBody>
      </p:sp>
      <p:sp>
        <p:nvSpPr>
          <p:cNvPr id="157" name="Google Shape;157;p4"/>
          <p:cNvSpPr/>
          <p:nvPr/>
        </p:nvSpPr>
        <p:spPr>
          <a:xfrm>
            <a:off x="685800" y="3246120"/>
            <a:ext cx="6126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50"/>
              <a:buFont typeface="Arial"/>
              <a:buNone/>
            </a:pPr>
            <a:r>
              <a:rPr b="0" i="0" lang="en-US" sz="1150" u="none" cap="none" strike="noStrike">
                <a:solidFill>
                  <a:srgbClr val="374151"/>
                </a:solidFill>
                <a:latin typeface="Arial"/>
                <a:ea typeface="Arial"/>
                <a:cs typeface="Arial"/>
                <a:sym typeface="Arial"/>
              </a:rPr>
              <a:t>Building the systems that planes, cars, surgical robots, and defense platforms depend on. If a missing trace link kills someone — that's on them.</a:t>
            </a:r>
            <a:endParaRPr b="0" i="0" sz="1150" u="none" cap="none" strike="noStrike">
              <a:solidFill>
                <a:schemeClr val="dk1"/>
              </a:solidFill>
              <a:latin typeface="Calibri"/>
              <a:ea typeface="Calibri"/>
              <a:cs typeface="Calibri"/>
              <a:sym typeface="Calibri"/>
            </a:endParaRPr>
          </a:p>
        </p:txBody>
      </p:sp>
      <p:cxnSp>
        <p:nvCxnSpPr>
          <p:cNvPr id="158" name="Google Shape;158;p4"/>
          <p:cNvCxnSpPr/>
          <p:nvPr/>
        </p:nvCxnSpPr>
        <p:spPr>
          <a:xfrm>
            <a:off x="365760" y="3703320"/>
            <a:ext cx="6766500" cy="0"/>
          </a:xfrm>
          <a:prstGeom prst="straightConnector1">
            <a:avLst/>
          </a:prstGeom>
          <a:noFill/>
          <a:ln cap="flat" cmpd="sng" w="9525">
            <a:solidFill>
              <a:srgbClr val="D1D5DB"/>
            </a:solidFill>
            <a:prstDash val="solid"/>
            <a:round/>
            <a:headEnd len="sm" w="sm" type="none"/>
            <a:tailEnd len="sm" w="sm" type="none"/>
          </a:ln>
        </p:spPr>
      </p:cxnSp>
      <p:cxnSp>
        <p:nvCxnSpPr>
          <p:cNvPr id="159" name="Google Shape;159;p4"/>
          <p:cNvCxnSpPr/>
          <p:nvPr/>
        </p:nvCxnSpPr>
        <p:spPr>
          <a:xfrm>
            <a:off x="365760" y="5029200"/>
            <a:ext cx="6766500" cy="0"/>
          </a:xfrm>
          <a:prstGeom prst="straightConnector1">
            <a:avLst/>
          </a:prstGeom>
          <a:noFill/>
          <a:ln cap="flat" cmpd="sng" w="9525">
            <a:solidFill>
              <a:srgbClr val="D1D5DB"/>
            </a:solidFill>
            <a:prstDash val="solid"/>
            <a:round/>
            <a:headEnd len="sm" w="sm" type="none"/>
            <a:tailEnd len="sm" w="sm" type="none"/>
          </a:ln>
        </p:spPr>
      </p:cxnSp>
      <p:cxnSp>
        <p:nvCxnSpPr>
          <p:cNvPr id="160" name="Google Shape;160;p4"/>
          <p:cNvCxnSpPr/>
          <p:nvPr/>
        </p:nvCxnSpPr>
        <p:spPr>
          <a:xfrm>
            <a:off x="365760" y="3703320"/>
            <a:ext cx="0" cy="1326000"/>
          </a:xfrm>
          <a:prstGeom prst="straightConnector1">
            <a:avLst/>
          </a:prstGeom>
          <a:noFill/>
          <a:ln cap="flat" cmpd="sng" w="9525">
            <a:solidFill>
              <a:srgbClr val="D1D5DB"/>
            </a:solidFill>
            <a:prstDash val="solid"/>
            <a:round/>
            <a:headEnd len="sm" w="sm" type="none"/>
            <a:tailEnd len="sm" w="sm" type="none"/>
          </a:ln>
        </p:spPr>
      </p:cxnSp>
      <p:cxnSp>
        <p:nvCxnSpPr>
          <p:cNvPr id="161" name="Google Shape;161;p4"/>
          <p:cNvCxnSpPr/>
          <p:nvPr/>
        </p:nvCxnSpPr>
        <p:spPr>
          <a:xfrm>
            <a:off x="7132320" y="3703320"/>
            <a:ext cx="0" cy="1326000"/>
          </a:xfrm>
          <a:prstGeom prst="straightConnector1">
            <a:avLst/>
          </a:prstGeom>
          <a:noFill/>
          <a:ln cap="flat" cmpd="sng" w="9525">
            <a:solidFill>
              <a:srgbClr val="D1D5DB"/>
            </a:solidFill>
            <a:prstDash val="solid"/>
            <a:round/>
            <a:headEnd len="sm" w="sm" type="none"/>
            <a:tailEnd len="sm" w="sm" type="none"/>
          </a:ln>
        </p:spPr>
      </p:cxnSp>
      <p:cxnSp>
        <p:nvCxnSpPr>
          <p:cNvPr id="162" name="Google Shape;162;p4"/>
          <p:cNvCxnSpPr/>
          <p:nvPr/>
        </p:nvCxnSpPr>
        <p:spPr>
          <a:xfrm>
            <a:off x="365760" y="3703320"/>
            <a:ext cx="164700" cy="0"/>
          </a:xfrm>
          <a:prstGeom prst="straightConnector1">
            <a:avLst/>
          </a:prstGeom>
          <a:noFill/>
          <a:ln cap="flat" cmpd="sng" w="15875">
            <a:solidFill>
              <a:srgbClr val="0A0A0A"/>
            </a:solidFill>
            <a:prstDash val="solid"/>
            <a:round/>
            <a:headEnd len="sm" w="sm" type="none"/>
            <a:tailEnd len="sm" w="sm" type="none"/>
          </a:ln>
        </p:spPr>
      </p:cxnSp>
      <p:cxnSp>
        <p:nvCxnSpPr>
          <p:cNvPr id="163" name="Google Shape;163;p4"/>
          <p:cNvCxnSpPr/>
          <p:nvPr/>
        </p:nvCxnSpPr>
        <p:spPr>
          <a:xfrm>
            <a:off x="365760" y="3703320"/>
            <a:ext cx="0" cy="164700"/>
          </a:xfrm>
          <a:prstGeom prst="straightConnector1">
            <a:avLst/>
          </a:prstGeom>
          <a:noFill/>
          <a:ln cap="flat" cmpd="sng" w="15875">
            <a:solidFill>
              <a:srgbClr val="0A0A0A"/>
            </a:solidFill>
            <a:prstDash val="solid"/>
            <a:round/>
            <a:headEnd len="sm" w="sm" type="none"/>
            <a:tailEnd len="sm" w="sm" type="none"/>
          </a:ln>
        </p:spPr>
      </p:cxnSp>
      <p:cxnSp>
        <p:nvCxnSpPr>
          <p:cNvPr id="164" name="Google Shape;164;p4"/>
          <p:cNvCxnSpPr/>
          <p:nvPr/>
        </p:nvCxnSpPr>
        <p:spPr>
          <a:xfrm>
            <a:off x="6967728" y="3703320"/>
            <a:ext cx="164700" cy="0"/>
          </a:xfrm>
          <a:prstGeom prst="straightConnector1">
            <a:avLst/>
          </a:prstGeom>
          <a:noFill/>
          <a:ln cap="flat" cmpd="sng" w="15875">
            <a:solidFill>
              <a:srgbClr val="0A0A0A"/>
            </a:solidFill>
            <a:prstDash val="solid"/>
            <a:round/>
            <a:headEnd len="sm" w="sm" type="none"/>
            <a:tailEnd len="sm" w="sm" type="none"/>
          </a:ln>
        </p:spPr>
      </p:cxnSp>
      <p:cxnSp>
        <p:nvCxnSpPr>
          <p:cNvPr id="165" name="Google Shape;165;p4"/>
          <p:cNvCxnSpPr/>
          <p:nvPr/>
        </p:nvCxnSpPr>
        <p:spPr>
          <a:xfrm>
            <a:off x="7132320" y="3703320"/>
            <a:ext cx="0" cy="164700"/>
          </a:xfrm>
          <a:prstGeom prst="straightConnector1">
            <a:avLst/>
          </a:prstGeom>
          <a:noFill/>
          <a:ln cap="flat" cmpd="sng" w="15875">
            <a:solidFill>
              <a:srgbClr val="0A0A0A"/>
            </a:solidFill>
            <a:prstDash val="solid"/>
            <a:round/>
            <a:headEnd len="sm" w="sm" type="none"/>
            <a:tailEnd len="sm" w="sm" type="none"/>
          </a:ln>
        </p:spPr>
      </p:cxnSp>
      <p:cxnSp>
        <p:nvCxnSpPr>
          <p:cNvPr id="166" name="Google Shape;166;p4"/>
          <p:cNvCxnSpPr/>
          <p:nvPr/>
        </p:nvCxnSpPr>
        <p:spPr>
          <a:xfrm>
            <a:off x="365760" y="4864608"/>
            <a:ext cx="0" cy="164700"/>
          </a:xfrm>
          <a:prstGeom prst="straightConnector1">
            <a:avLst/>
          </a:prstGeom>
          <a:noFill/>
          <a:ln cap="flat" cmpd="sng" w="15875">
            <a:solidFill>
              <a:srgbClr val="0A0A0A"/>
            </a:solidFill>
            <a:prstDash val="solid"/>
            <a:round/>
            <a:headEnd len="sm" w="sm" type="none"/>
            <a:tailEnd len="sm" w="sm" type="none"/>
          </a:ln>
        </p:spPr>
      </p:cxnSp>
      <p:cxnSp>
        <p:nvCxnSpPr>
          <p:cNvPr id="167" name="Google Shape;167;p4"/>
          <p:cNvCxnSpPr/>
          <p:nvPr/>
        </p:nvCxnSpPr>
        <p:spPr>
          <a:xfrm>
            <a:off x="365760" y="5029200"/>
            <a:ext cx="164700" cy="0"/>
          </a:xfrm>
          <a:prstGeom prst="straightConnector1">
            <a:avLst/>
          </a:prstGeom>
          <a:noFill/>
          <a:ln cap="flat" cmpd="sng" w="15875">
            <a:solidFill>
              <a:srgbClr val="0A0A0A"/>
            </a:solidFill>
            <a:prstDash val="solid"/>
            <a:round/>
            <a:headEnd len="sm" w="sm" type="none"/>
            <a:tailEnd len="sm" w="sm" type="none"/>
          </a:ln>
        </p:spPr>
      </p:cxnSp>
      <p:cxnSp>
        <p:nvCxnSpPr>
          <p:cNvPr id="168" name="Google Shape;168;p4"/>
          <p:cNvCxnSpPr/>
          <p:nvPr/>
        </p:nvCxnSpPr>
        <p:spPr>
          <a:xfrm>
            <a:off x="6967728" y="5029200"/>
            <a:ext cx="164700" cy="0"/>
          </a:xfrm>
          <a:prstGeom prst="straightConnector1">
            <a:avLst/>
          </a:prstGeom>
          <a:noFill/>
          <a:ln cap="flat" cmpd="sng" w="15875">
            <a:solidFill>
              <a:srgbClr val="0A0A0A"/>
            </a:solidFill>
            <a:prstDash val="solid"/>
            <a:round/>
            <a:headEnd len="sm" w="sm" type="none"/>
            <a:tailEnd len="sm" w="sm" type="none"/>
          </a:ln>
        </p:spPr>
      </p:cxnSp>
      <p:cxnSp>
        <p:nvCxnSpPr>
          <p:cNvPr id="169" name="Google Shape;169;p4"/>
          <p:cNvCxnSpPr/>
          <p:nvPr/>
        </p:nvCxnSpPr>
        <p:spPr>
          <a:xfrm>
            <a:off x="7132320" y="4864608"/>
            <a:ext cx="0" cy="164700"/>
          </a:xfrm>
          <a:prstGeom prst="straightConnector1">
            <a:avLst/>
          </a:prstGeom>
          <a:noFill/>
          <a:ln cap="flat" cmpd="sng" w="15875">
            <a:solidFill>
              <a:srgbClr val="0A0A0A"/>
            </a:solidFill>
            <a:prstDash val="solid"/>
            <a:round/>
            <a:headEnd len="sm" w="sm" type="none"/>
            <a:tailEnd len="sm" w="sm" type="none"/>
          </a:ln>
        </p:spPr>
      </p:cxnSp>
      <p:sp>
        <p:nvSpPr>
          <p:cNvPr id="170" name="Google Shape;170;p4"/>
          <p:cNvSpPr/>
          <p:nvPr/>
        </p:nvSpPr>
        <p:spPr>
          <a:xfrm>
            <a:off x="685800" y="3867912"/>
            <a:ext cx="6126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WHAT THEY DO</a:t>
            </a:r>
            <a:endParaRPr b="0" i="0" sz="1000" u="none" cap="none" strike="noStrike">
              <a:solidFill>
                <a:schemeClr val="dk1"/>
              </a:solidFill>
              <a:latin typeface="Calibri"/>
              <a:ea typeface="Calibri"/>
              <a:cs typeface="Calibri"/>
              <a:sym typeface="Calibri"/>
            </a:endParaRPr>
          </a:p>
        </p:txBody>
      </p:sp>
      <p:cxnSp>
        <p:nvCxnSpPr>
          <p:cNvPr id="171" name="Google Shape;171;p4"/>
          <p:cNvCxnSpPr/>
          <p:nvPr/>
        </p:nvCxnSpPr>
        <p:spPr>
          <a:xfrm>
            <a:off x="685800" y="4160520"/>
            <a:ext cx="457200" cy="0"/>
          </a:xfrm>
          <a:prstGeom prst="straightConnector1">
            <a:avLst/>
          </a:prstGeom>
          <a:noFill/>
          <a:ln cap="flat" cmpd="sng" w="12700">
            <a:solidFill>
              <a:srgbClr val="0A0A0A"/>
            </a:solidFill>
            <a:prstDash val="solid"/>
            <a:round/>
            <a:headEnd len="sm" w="sm" type="none"/>
            <a:tailEnd len="sm" w="sm" type="none"/>
          </a:ln>
        </p:spPr>
      </p:cxnSp>
      <p:sp>
        <p:nvSpPr>
          <p:cNvPr id="172" name="Google Shape;172;p4"/>
          <p:cNvSpPr/>
          <p:nvPr/>
        </p:nvSpPr>
        <p:spPr>
          <a:xfrm>
            <a:off x="685800" y="4206240"/>
            <a:ext cx="6126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A0A"/>
              </a:buClr>
              <a:buSzPts val="1700"/>
              <a:buFont typeface="Arial Black"/>
              <a:buNone/>
            </a:pPr>
            <a:r>
              <a:rPr b="1" i="0" lang="en-US" sz="1700" u="none" cap="none" strike="noStrike">
                <a:solidFill>
                  <a:srgbClr val="0A0A0A"/>
                </a:solidFill>
                <a:latin typeface="Arial Black"/>
                <a:ea typeface="Arial Black"/>
                <a:cs typeface="Arial Black"/>
                <a:sym typeface="Arial Black"/>
              </a:rPr>
              <a:t>Translate ambiguity into proof.</a:t>
            </a:r>
            <a:endParaRPr b="0" i="0" sz="1700" u="none" cap="none" strike="noStrike">
              <a:solidFill>
                <a:schemeClr val="dk1"/>
              </a:solidFill>
              <a:latin typeface="Calibri"/>
              <a:ea typeface="Calibri"/>
              <a:cs typeface="Calibri"/>
              <a:sym typeface="Calibri"/>
            </a:endParaRPr>
          </a:p>
        </p:txBody>
      </p:sp>
      <p:sp>
        <p:nvSpPr>
          <p:cNvPr id="173" name="Google Shape;173;p4"/>
          <p:cNvSpPr/>
          <p:nvPr/>
        </p:nvSpPr>
        <p:spPr>
          <a:xfrm>
            <a:off x="685800" y="4617720"/>
            <a:ext cx="6126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50"/>
              <a:buFont typeface="Arial"/>
              <a:buNone/>
            </a:pPr>
            <a:r>
              <a:rPr b="0" i="0" lang="en-US" sz="1150" u="none" cap="none" strike="noStrike">
                <a:solidFill>
                  <a:srgbClr val="374151"/>
                </a:solidFill>
                <a:latin typeface="Arial"/>
                <a:ea typeface="Arial"/>
                <a:cs typeface="Arial"/>
                <a:sym typeface="Arial"/>
              </a:rPr>
              <a:t>Turn vague specs into testable shall-statements. Hold the trace chain together through every change. Run impact analysis. Defend the design at every audit.</a:t>
            </a:r>
            <a:endParaRPr b="0" i="0" sz="1150" u="none" cap="none" strike="noStrike">
              <a:solidFill>
                <a:schemeClr val="dk1"/>
              </a:solidFill>
              <a:latin typeface="Calibri"/>
              <a:ea typeface="Calibri"/>
              <a:cs typeface="Calibri"/>
              <a:sym typeface="Calibri"/>
            </a:endParaRPr>
          </a:p>
        </p:txBody>
      </p:sp>
      <p:cxnSp>
        <p:nvCxnSpPr>
          <p:cNvPr id="174" name="Google Shape;174;p4"/>
          <p:cNvCxnSpPr/>
          <p:nvPr/>
        </p:nvCxnSpPr>
        <p:spPr>
          <a:xfrm>
            <a:off x="365760" y="5074920"/>
            <a:ext cx="6766500" cy="0"/>
          </a:xfrm>
          <a:prstGeom prst="straightConnector1">
            <a:avLst/>
          </a:prstGeom>
          <a:noFill/>
          <a:ln cap="flat" cmpd="sng" w="9525">
            <a:solidFill>
              <a:srgbClr val="D1D5DB"/>
            </a:solidFill>
            <a:prstDash val="solid"/>
            <a:round/>
            <a:headEnd len="sm" w="sm" type="none"/>
            <a:tailEnd len="sm" w="sm" type="none"/>
          </a:ln>
        </p:spPr>
      </p:cxnSp>
      <p:cxnSp>
        <p:nvCxnSpPr>
          <p:cNvPr id="175" name="Google Shape;175;p4"/>
          <p:cNvCxnSpPr/>
          <p:nvPr/>
        </p:nvCxnSpPr>
        <p:spPr>
          <a:xfrm>
            <a:off x="365760" y="6400800"/>
            <a:ext cx="6766500" cy="0"/>
          </a:xfrm>
          <a:prstGeom prst="straightConnector1">
            <a:avLst/>
          </a:prstGeom>
          <a:noFill/>
          <a:ln cap="flat" cmpd="sng" w="9525">
            <a:solidFill>
              <a:srgbClr val="D1D5DB"/>
            </a:solidFill>
            <a:prstDash val="solid"/>
            <a:round/>
            <a:headEnd len="sm" w="sm" type="none"/>
            <a:tailEnd len="sm" w="sm" type="none"/>
          </a:ln>
        </p:spPr>
      </p:cxnSp>
      <p:cxnSp>
        <p:nvCxnSpPr>
          <p:cNvPr id="176" name="Google Shape;176;p4"/>
          <p:cNvCxnSpPr/>
          <p:nvPr/>
        </p:nvCxnSpPr>
        <p:spPr>
          <a:xfrm>
            <a:off x="365760" y="5074920"/>
            <a:ext cx="0" cy="1326000"/>
          </a:xfrm>
          <a:prstGeom prst="straightConnector1">
            <a:avLst/>
          </a:prstGeom>
          <a:noFill/>
          <a:ln cap="flat" cmpd="sng" w="9525">
            <a:solidFill>
              <a:srgbClr val="D1D5DB"/>
            </a:solidFill>
            <a:prstDash val="solid"/>
            <a:round/>
            <a:headEnd len="sm" w="sm" type="none"/>
            <a:tailEnd len="sm" w="sm" type="none"/>
          </a:ln>
        </p:spPr>
      </p:cxnSp>
      <p:cxnSp>
        <p:nvCxnSpPr>
          <p:cNvPr id="177" name="Google Shape;177;p4"/>
          <p:cNvCxnSpPr/>
          <p:nvPr/>
        </p:nvCxnSpPr>
        <p:spPr>
          <a:xfrm>
            <a:off x="7132320" y="5074920"/>
            <a:ext cx="0" cy="1326000"/>
          </a:xfrm>
          <a:prstGeom prst="straightConnector1">
            <a:avLst/>
          </a:prstGeom>
          <a:noFill/>
          <a:ln cap="flat" cmpd="sng" w="9525">
            <a:solidFill>
              <a:srgbClr val="D1D5DB"/>
            </a:solidFill>
            <a:prstDash val="solid"/>
            <a:round/>
            <a:headEnd len="sm" w="sm" type="none"/>
            <a:tailEnd len="sm" w="sm" type="none"/>
          </a:ln>
        </p:spPr>
      </p:cxnSp>
      <p:cxnSp>
        <p:nvCxnSpPr>
          <p:cNvPr id="178" name="Google Shape;178;p4"/>
          <p:cNvCxnSpPr/>
          <p:nvPr/>
        </p:nvCxnSpPr>
        <p:spPr>
          <a:xfrm>
            <a:off x="365760" y="5074920"/>
            <a:ext cx="164700" cy="0"/>
          </a:xfrm>
          <a:prstGeom prst="straightConnector1">
            <a:avLst/>
          </a:prstGeom>
          <a:noFill/>
          <a:ln cap="flat" cmpd="sng" w="15875">
            <a:solidFill>
              <a:srgbClr val="0A0A0A"/>
            </a:solidFill>
            <a:prstDash val="solid"/>
            <a:round/>
            <a:headEnd len="sm" w="sm" type="none"/>
            <a:tailEnd len="sm" w="sm" type="none"/>
          </a:ln>
        </p:spPr>
      </p:cxnSp>
      <p:cxnSp>
        <p:nvCxnSpPr>
          <p:cNvPr id="179" name="Google Shape;179;p4"/>
          <p:cNvCxnSpPr/>
          <p:nvPr/>
        </p:nvCxnSpPr>
        <p:spPr>
          <a:xfrm>
            <a:off x="365760" y="5074920"/>
            <a:ext cx="0" cy="164700"/>
          </a:xfrm>
          <a:prstGeom prst="straightConnector1">
            <a:avLst/>
          </a:prstGeom>
          <a:noFill/>
          <a:ln cap="flat" cmpd="sng" w="15875">
            <a:solidFill>
              <a:srgbClr val="0A0A0A"/>
            </a:solidFill>
            <a:prstDash val="solid"/>
            <a:round/>
            <a:headEnd len="sm" w="sm" type="none"/>
            <a:tailEnd len="sm" w="sm" type="none"/>
          </a:ln>
        </p:spPr>
      </p:cxnSp>
      <p:cxnSp>
        <p:nvCxnSpPr>
          <p:cNvPr id="180" name="Google Shape;180;p4"/>
          <p:cNvCxnSpPr/>
          <p:nvPr/>
        </p:nvCxnSpPr>
        <p:spPr>
          <a:xfrm>
            <a:off x="6967728" y="5074920"/>
            <a:ext cx="164700" cy="0"/>
          </a:xfrm>
          <a:prstGeom prst="straightConnector1">
            <a:avLst/>
          </a:prstGeom>
          <a:noFill/>
          <a:ln cap="flat" cmpd="sng" w="15875">
            <a:solidFill>
              <a:srgbClr val="0A0A0A"/>
            </a:solidFill>
            <a:prstDash val="solid"/>
            <a:round/>
            <a:headEnd len="sm" w="sm" type="none"/>
            <a:tailEnd len="sm" w="sm" type="none"/>
          </a:ln>
        </p:spPr>
      </p:cxnSp>
      <p:cxnSp>
        <p:nvCxnSpPr>
          <p:cNvPr id="181" name="Google Shape;181;p4"/>
          <p:cNvCxnSpPr/>
          <p:nvPr/>
        </p:nvCxnSpPr>
        <p:spPr>
          <a:xfrm>
            <a:off x="7132320" y="5074920"/>
            <a:ext cx="0" cy="164700"/>
          </a:xfrm>
          <a:prstGeom prst="straightConnector1">
            <a:avLst/>
          </a:prstGeom>
          <a:noFill/>
          <a:ln cap="flat" cmpd="sng" w="15875">
            <a:solidFill>
              <a:srgbClr val="0A0A0A"/>
            </a:solidFill>
            <a:prstDash val="solid"/>
            <a:round/>
            <a:headEnd len="sm" w="sm" type="none"/>
            <a:tailEnd len="sm" w="sm" type="none"/>
          </a:ln>
        </p:spPr>
      </p:cxnSp>
      <p:cxnSp>
        <p:nvCxnSpPr>
          <p:cNvPr id="182" name="Google Shape;182;p4"/>
          <p:cNvCxnSpPr/>
          <p:nvPr/>
        </p:nvCxnSpPr>
        <p:spPr>
          <a:xfrm>
            <a:off x="365760" y="6236208"/>
            <a:ext cx="0" cy="164700"/>
          </a:xfrm>
          <a:prstGeom prst="straightConnector1">
            <a:avLst/>
          </a:prstGeom>
          <a:noFill/>
          <a:ln cap="flat" cmpd="sng" w="15875">
            <a:solidFill>
              <a:srgbClr val="0A0A0A"/>
            </a:solidFill>
            <a:prstDash val="solid"/>
            <a:round/>
            <a:headEnd len="sm" w="sm" type="none"/>
            <a:tailEnd len="sm" w="sm" type="none"/>
          </a:ln>
        </p:spPr>
      </p:cxnSp>
      <p:cxnSp>
        <p:nvCxnSpPr>
          <p:cNvPr id="183" name="Google Shape;183;p4"/>
          <p:cNvCxnSpPr/>
          <p:nvPr/>
        </p:nvCxnSpPr>
        <p:spPr>
          <a:xfrm>
            <a:off x="365760" y="6400800"/>
            <a:ext cx="164700" cy="0"/>
          </a:xfrm>
          <a:prstGeom prst="straightConnector1">
            <a:avLst/>
          </a:prstGeom>
          <a:noFill/>
          <a:ln cap="flat" cmpd="sng" w="15875">
            <a:solidFill>
              <a:srgbClr val="0A0A0A"/>
            </a:solidFill>
            <a:prstDash val="solid"/>
            <a:round/>
            <a:headEnd len="sm" w="sm" type="none"/>
            <a:tailEnd len="sm" w="sm" type="none"/>
          </a:ln>
        </p:spPr>
      </p:cxnSp>
      <p:cxnSp>
        <p:nvCxnSpPr>
          <p:cNvPr id="184" name="Google Shape;184;p4"/>
          <p:cNvCxnSpPr/>
          <p:nvPr/>
        </p:nvCxnSpPr>
        <p:spPr>
          <a:xfrm>
            <a:off x="6967728" y="6400800"/>
            <a:ext cx="164700" cy="0"/>
          </a:xfrm>
          <a:prstGeom prst="straightConnector1">
            <a:avLst/>
          </a:prstGeom>
          <a:noFill/>
          <a:ln cap="flat" cmpd="sng" w="15875">
            <a:solidFill>
              <a:srgbClr val="0A0A0A"/>
            </a:solidFill>
            <a:prstDash val="solid"/>
            <a:round/>
            <a:headEnd len="sm" w="sm" type="none"/>
            <a:tailEnd len="sm" w="sm" type="none"/>
          </a:ln>
        </p:spPr>
      </p:cxnSp>
      <p:cxnSp>
        <p:nvCxnSpPr>
          <p:cNvPr id="185" name="Google Shape;185;p4"/>
          <p:cNvCxnSpPr/>
          <p:nvPr/>
        </p:nvCxnSpPr>
        <p:spPr>
          <a:xfrm>
            <a:off x="7132320" y="6236208"/>
            <a:ext cx="0" cy="164700"/>
          </a:xfrm>
          <a:prstGeom prst="straightConnector1">
            <a:avLst/>
          </a:prstGeom>
          <a:noFill/>
          <a:ln cap="flat" cmpd="sng" w="15875">
            <a:solidFill>
              <a:srgbClr val="0A0A0A"/>
            </a:solidFill>
            <a:prstDash val="solid"/>
            <a:round/>
            <a:headEnd len="sm" w="sm" type="none"/>
            <a:tailEnd len="sm" w="sm" type="none"/>
          </a:ln>
        </p:spPr>
      </p:cxnSp>
      <p:sp>
        <p:nvSpPr>
          <p:cNvPr id="186" name="Google Shape;186;p4"/>
          <p:cNvSpPr/>
          <p:nvPr/>
        </p:nvSpPr>
        <p:spPr>
          <a:xfrm>
            <a:off x="685800" y="5239512"/>
            <a:ext cx="6126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WHAT MAKES THEM TICK</a:t>
            </a:r>
            <a:endParaRPr b="0" i="0" sz="1000" u="none" cap="none" strike="noStrike">
              <a:solidFill>
                <a:schemeClr val="dk1"/>
              </a:solidFill>
              <a:latin typeface="Calibri"/>
              <a:ea typeface="Calibri"/>
              <a:cs typeface="Calibri"/>
              <a:sym typeface="Calibri"/>
            </a:endParaRPr>
          </a:p>
        </p:txBody>
      </p:sp>
      <p:cxnSp>
        <p:nvCxnSpPr>
          <p:cNvPr id="187" name="Google Shape;187;p4"/>
          <p:cNvCxnSpPr/>
          <p:nvPr/>
        </p:nvCxnSpPr>
        <p:spPr>
          <a:xfrm>
            <a:off x="685800" y="5532120"/>
            <a:ext cx="457200" cy="0"/>
          </a:xfrm>
          <a:prstGeom prst="straightConnector1">
            <a:avLst/>
          </a:prstGeom>
          <a:noFill/>
          <a:ln cap="flat" cmpd="sng" w="12700">
            <a:solidFill>
              <a:srgbClr val="0A0A0A"/>
            </a:solidFill>
            <a:prstDash val="solid"/>
            <a:round/>
            <a:headEnd len="sm" w="sm" type="none"/>
            <a:tailEnd len="sm" w="sm" type="none"/>
          </a:ln>
        </p:spPr>
      </p:cxnSp>
      <p:sp>
        <p:nvSpPr>
          <p:cNvPr id="188" name="Google Shape;188;p4"/>
          <p:cNvSpPr/>
          <p:nvPr/>
        </p:nvSpPr>
        <p:spPr>
          <a:xfrm>
            <a:off x="685800" y="5577840"/>
            <a:ext cx="6126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A0A"/>
              </a:buClr>
              <a:buSzPts val="1700"/>
              <a:buFont typeface="Arial Black"/>
              <a:buNone/>
            </a:pPr>
            <a:r>
              <a:rPr b="1" i="0" lang="en-US" sz="1700" u="none" cap="none" strike="noStrike">
                <a:solidFill>
                  <a:srgbClr val="0A0A0A"/>
                </a:solidFill>
                <a:latin typeface="Arial Black"/>
                <a:ea typeface="Arial Black"/>
                <a:cs typeface="Arial Black"/>
                <a:sym typeface="Arial Black"/>
              </a:rPr>
              <a:t>Craft, not hype and question</a:t>
            </a:r>
            <a:r>
              <a:rPr b="1" lang="en-US" sz="1700">
                <a:solidFill>
                  <a:srgbClr val="0A0A0A"/>
                </a:solidFill>
                <a:latin typeface="Arial Black"/>
                <a:ea typeface="Arial Black"/>
                <a:cs typeface="Arial Black"/>
                <a:sym typeface="Arial Black"/>
              </a:rPr>
              <a:t>able</a:t>
            </a:r>
            <a:r>
              <a:rPr b="1" i="0" lang="en-US" sz="1700" u="none" cap="none" strike="noStrike">
                <a:solidFill>
                  <a:srgbClr val="0A0A0A"/>
                </a:solidFill>
                <a:latin typeface="Arial Black"/>
                <a:ea typeface="Arial Black"/>
                <a:cs typeface="Arial Black"/>
                <a:sym typeface="Arial Black"/>
              </a:rPr>
              <a:t> stack.</a:t>
            </a:r>
            <a:endParaRPr b="0" i="0" sz="1700" u="none" cap="none" strike="noStrike">
              <a:solidFill>
                <a:schemeClr val="dk1"/>
              </a:solidFill>
              <a:latin typeface="Calibri"/>
              <a:ea typeface="Calibri"/>
              <a:cs typeface="Calibri"/>
              <a:sym typeface="Calibri"/>
            </a:endParaRPr>
          </a:p>
        </p:txBody>
      </p:sp>
      <p:sp>
        <p:nvSpPr>
          <p:cNvPr id="189" name="Google Shape;189;p4"/>
          <p:cNvSpPr/>
          <p:nvPr/>
        </p:nvSpPr>
        <p:spPr>
          <a:xfrm>
            <a:off x="685800" y="5989320"/>
            <a:ext cx="6126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50"/>
              <a:buFont typeface="Arial"/>
              <a:buNone/>
            </a:pPr>
            <a:r>
              <a:rPr b="0" i="0" lang="en-US" sz="1150" u="none" cap="none" strike="noStrike">
                <a:solidFill>
                  <a:srgbClr val="374151"/>
                </a:solidFill>
                <a:latin typeface="Arial"/>
                <a:ea typeface="Arial"/>
                <a:cs typeface="Arial"/>
                <a:sym typeface="Arial"/>
              </a:rPr>
              <a:t>Proud of well-formed requirements. Done copy-pasting between DOORS, Jama, Excel, and Jira. Underserved by every "AI for engineering" tool actually built for someone else.</a:t>
            </a:r>
            <a:endParaRPr b="0" i="0" sz="1150" u="none" cap="none" strike="noStrike">
              <a:solidFill>
                <a:schemeClr val="dk1"/>
              </a:solidFill>
              <a:latin typeface="Calibri"/>
              <a:ea typeface="Calibri"/>
              <a:cs typeface="Calibri"/>
              <a:sym typeface="Calibri"/>
            </a:endParaRPr>
          </a:p>
        </p:txBody>
      </p:sp>
      <p:sp>
        <p:nvSpPr>
          <p:cNvPr id="190" name="Google Shape;190;p4"/>
          <p:cNvSpPr/>
          <p:nvPr/>
        </p:nvSpPr>
        <p:spPr>
          <a:xfrm>
            <a:off x="7269480" y="2331720"/>
            <a:ext cx="4544700" cy="1188600"/>
          </a:xfrm>
          <a:prstGeom prst="rect">
            <a:avLst/>
          </a:prstGeom>
          <a:solidFill>
            <a:srgbClr val="0A0A0A"/>
          </a:solidFill>
          <a:ln cap="flat" cmpd="sng" w="12700">
            <a:solidFill>
              <a:srgbClr val="0A0A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1" name="Google Shape;191;p4"/>
          <p:cNvCxnSpPr/>
          <p:nvPr/>
        </p:nvCxnSpPr>
        <p:spPr>
          <a:xfrm>
            <a:off x="7269480" y="2331720"/>
            <a:ext cx="4544700" cy="0"/>
          </a:xfrm>
          <a:prstGeom prst="straightConnector1">
            <a:avLst/>
          </a:prstGeom>
          <a:noFill/>
          <a:ln cap="flat" cmpd="sng" w="9525">
            <a:solidFill>
              <a:srgbClr val="D1D5DB"/>
            </a:solidFill>
            <a:prstDash val="solid"/>
            <a:round/>
            <a:headEnd len="sm" w="sm" type="none"/>
            <a:tailEnd len="sm" w="sm" type="none"/>
          </a:ln>
        </p:spPr>
      </p:cxnSp>
      <p:cxnSp>
        <p:nvCxnSpPr>
          <p:cNvPr id="192" name="Google Shape;192;p4"/>
          <p:cNvCxnSpPr/>
          <p:nvPr/>
        </p:nvCxnSpPr>
        <p:spPr>
          <a:xfrm>
            <a:off x="7269480" y="3520440"/>
            <a:ext cx="4544700" cy="0"/>
          </a:xfrm>
          <a:prstGeom prst="straightConnector1">
            <a:avLst/>
          </a:prstGeom>
          <a:noFill/>
          <a:ln cap="flat" cmpd="sng" w="9525">
            <a:solidFill>
              <a:srgbClr val="D1D5DB"/>
            </a:solidFill>
            <a:prstDash val="solid"/>
            <a:round/>
            <a:headEnd len="sm" w="sm" type="none"/>
            <a:tailEnd len="sm" w="sm" type="none"/>
          </a:ln>
        </p:spPr>
      </p:cxnSp>
      <p:cxnSp>
        <p:nvCxnSpPr>
          <p:cNvPr id="193" name="Google Shape;193;p4"/>
          <p:cNvCxnSpPr/>
          <p:nvPr/>
        </p:nvCxnSpPr>
        <p:spPr>
          <a:xfrm>
            <a:off x="7269480" y="2331720"/>
            <a:ext cx="0" cy="1188600"/>
          </a:xfrm>
          <a:prstGeom prst="straightConnector1">
            <a:avLst/>
          </a:prstGeom>
          <a:noFill/>
          <a:ln cap="flat" cmpd="sng" w="9525">
            <a:solidFill>
              <a:srgbClr val="D1D5DB"/>
            </a:solidFill>
            <a:prstDash val="solid"/>
            <a:round/>
            <a:headEnd len="sm" w="sm" type="none"/>
            <a:tailEnd len="sm" w="sm" type="none"/>
          </a:ln>
        </p:spPr>
      </p:cxnSp>
      <p:cxnSp>
        <p:nvCxnSpPr>
          <p:cNvPr id="194" name="Google Shape;194;p4"/>
          <p:cNvCxnSpPr/>
          <p:nvPr/>
        </p:nvCxnSpPr>
        <p:spPr>
          <a:xfrm>
            <a:off x="11814048" y="2331720"/>
            <a:ext cx="0" cy="1188600"/>
          </a:xfrm>
          <a:prstGeom prst="straightConnector1">
            <a:avLst/>
          </a:prstGeom>
          <a:noFill/>
          <a:ln cap="flat" cmpd="sng" w="9525">
            <a:solidFill>
              <a:srgbClr val="D1D5DB"/>
            </a:solidFill>
            <a:prstDash val="solid"/>
            <a:round/>
            <a:headEnd len="sm" w="sm" type="none"/>
            <a:tailEnd len="sm" w="sm" type="none"/>
          </a:ln>
        </p:spPr>
      </p:cxnSp>
      <p:cxnSp>
        <p:nvCxnSpPr>
          <p:cNvPr id="195" name="Google Shape;195;p4"/>
          <p:cNvCxnSpPr/>
          <p:nvPr/>
        </p:nvCxnSpPr>
        <p:spPr>
          <a:xfrm>
            <a:off x="7269480" y="2331720"/>
            <a:ext cx="164700" cy="0"/>
          </a:xfrm>
          <a:prstGeom prst="straightConnector1">
            <a:avLst/>
          </a:prstGeom>
          <a:noFill/>
          <a:ln cap="flat" cmpd="sng" w="19050">
            <a:solidFill>
              <a:srgbClr val="0A0A0A"/>
            </a:solidFill>
            <a:prstDash val="solid"/>
            <a:round/>
            <a:headEnd len="sm" w="sm" type="none"/>
            <a:tailEnd len="sm" w="sm" type="none"/>
          </a:ln>
        </p:spPr>
      </p:cxnSp>
      <p:cxnSp>
        <p:nvCxnSpPr>
          <p:cNvPr id="196" name="Google Shape;196;p4"/>
          <p:cNvCxnSpPr/>
          <p:nvPr/>
        </p:nvCxnSpPr>
        <p:spPr>
          <a:xfrm>
            <a:off x="7269480" y="2331720"/>
            <a:ext cx="0" cy="164700"/>
          </a:xfrm>
          <a:prstGeom prst="straightConnector1">
            <a:avLst/>
          </a:prstGeom>
          <a:noFill/>
          <a:ln cap="flat" cmpd="sng" w="19050">
            <a:solidFill>
              <a:srgbClr val="0A0A0A"/>
            </a:solidFill>
            <a:prstDash val="solid"/>
            <a:round/>
            <a:headEnd len="sm" w="sm" type="none"/>
            <a:tailEnd len="sm" w="sm" type="none"/>
          </a:ln>
        </p:spPr>
      </p:cxnSp>
      <p:cxnSp>
        <p:nvCxnSpPr>
          <p:cNvPr id="197" name="Google Shape;197;p4"/>
          <p:cNvCxnSpPr/>
          <p:nvPr/>
        </p:nvCxnSpPr>
        <p:spPr>
          <a:xfrm>
            <a:off x="11649456" y="2331720"/>
            <a:ext cx="164700" cy="0"/>
          </a:xfrm>
          <a:prstGeom prst="straightConnector1">
            <a:avLst/>
          </a:prstGeom>
          <a:noFill/>
          <a:ln cap="flat" cmpd="sng" w="19050">
            <a:solidFill>
              <a:srgbClr val="0A0A0A"/>
            </a:solidFill>
            <a:prstDash val="solid"/>
            <a:round/>
            <a:headEnd len="sm" w="sm" type="none"/>
            <a:tailEnd len="sm" w="sm" type="none"/>
          </a:ln>
        </p:spPr>
      </p:cxnSp>
      <p:cxnSp>
        <p:nvCxnSpPr>
          <p:cNvPr id="198" name="Google Shape;198;p4"/>
          <p:cNvCxnSpPr/>
          <p:nvPr/>
        </p:nvCxnSpPr>
        <p:spPr>
          <a:xfrm>
            <a:off x="11814048" y="2331720"/>
            <a:ext cx="0" cy="164700"/>
          </a:xfrm>
          <a:prstGeom prst="straightConnector1">
            <a:avLst/>
          </a:prstGeom>
          <a:noFill/>
          <a:ln cap="flat" cmpd="sng" w="19050">
            <a:solidFill>
              <a:srgbClr val="0A0A0A"/>
            </a:solidFill>
            <a:prstDash val="solid"/>
            <a:round/>
            <a:headEnd len="sm" w="sm" type="none"/>
            <a:tailEnd len="sm" w="sm" type="none"/>
          </a:ln>
        </p:spPr>
      </p:cxnSp>
      <p:sp>
        <p:nvSpPr>
          <p:cNvPr id="199" name="Google Shape;199;p4"/>
          <p:cNvSpPr/>
          <p:nvPr/>
        </p:nvSpPr>
        <p:spPr>
          <a:xfrm>
            <a:off x="7543800" y="2439231"/>
            <a:ext cx="39960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Black"/>
              <a:buNone/>
            </a:pPr>
            <a:r>
              <a:rPr b="1" i="0" lang="en-US" sz="1800" u="none" cap="none" strike="noStrike">
                <a:solidFill>
                  <a:srgbClr val="FFFFFF"/>
                </a:solidFill>
                <a:latin typeface="Arial Black"/>
                <a:ea typeface="Arial Black"/>
                <a:cs typeface="Arial Black"/>
                <a:sym typeface="Arial Black"/>
              </a:rPr>
              <a:t>The</a:t>
            </a:r>
            <a:r>
              <a:rPr b="1" lang="en-US" sz="1800">
                <a:solidFill>
                  <a:srgbClr val="FFFFFF"/>
                </a:solidFill>
                <a:latin typeface="Arial Black"/>
                <a:ea typeface="Arial Black"/>
                <a:cs typeface="Arial Black"/>
                <a:sym typeface="Arial Black"/>
              </a:rPr>
              <a:t>ir</a:t>
            </a:r>
            <a:r>
              <a:rPr b="1" i="0" lang="en-US" sz="1800" u="none" cap="none" strike="noStrike">
                <a:solidFill>
                  <a:srgbClr val="FFFFFF"/>
                </a:solidFill>
                <a:latin typeface="Arial Black"/>
                <a:ea typeface="Arial Black"/>
                <a:cs typeface="Arial Black"/>
                <a:sym typeface="Arial Black"/>
              </a:rPr>
              <a:t> rants.</a:t>
            </a:r>
            <a:endParaRPr b="0" i="0" sz="1800" u="none" cap="none" strike="noStrike">
              <a:solidFill>
                <a:schemeClr val="dk1"/>
              </a:solidFill>
              <a:latin typeface="Calibri"/>
              <a:ea typeface="Calibri"/>
              <a:cs typeface="Calibri"/>
              <a:sym typeface="Calibri"/>
            </a:endParaRPr>
          </a:p>
        </p:txBody>
      </p:sp>
      <p:cxnSp>
        <p:nvCxnSpPr>
          <p:cNvPr id="200" name="Google Shape;200;p4"/>
          <p:cNvCxnSpPr/>
          <p:nvPr/>
        </p:nvCxnSpPr>
        <p:spPr>
          <a:xfrm>
            <a:off x="7269480" y="4937760"/>
            <a:ext cx="4544700" cy="0"/>
          </a:xfrm>
          <a:prstGeom prst="straightConnector1">
            <a:avLst/>
          </a:prstGeom>
          <a:noFill/>
          <a:ln cap="flat" cmpd="sng" w="9525">
            <a:solidFill>
              <a:srgbClr val="D1D5DB"/>
            </a:solidFill>
            <a:prstDash val="solid"/>
            <a:round/>
            <a:headEnd len="sm" w="sm" type="none"/>
            <a:tailEnd len="sm" w="sm" type="none"/>
          </a:ln>
        </p:spPr>
      </p:cxnSp>
      <p:cxnSp>
        <p:nvCxnSpPr>
          <p:cNvPr id="201" name="Google Shape;201;p4"/>
          <p:cNvCxnSpPr/>
          <p:nvPr/>
        </p:nvCxnSpPr>
        <p:spPr>
          <a:xfrm>
            <a:off x="7269480" y="3611880"/>
            <a:ext cx="0" cy="1326000"/>
          </a:xfrm>
          <a:prstGeom prst="straightConnector1">
            <a:avLst/>
          </a:prstGeom>
          <a:noFill/>
          <a:ln cap="flat" cmpd="sng" w="9525">
            <a:solidFill>
              <a:srgbClr val="D1D5DB"/>
            </a:solidFill>
            <a:prstDash val="solid"/>
            <a:round/>
            <a:headEnd len="sm" w="sm" type="none"/>
            <a:tailEnd len="sm" w="sm" type="none"/>
          </a:ln>
        </p:spPr>
      </p:cxnSp>
      <p:cxnSp>
        <p:nvCxnSpPr>
          <p:cNvPr id="202" name="Google Shape;202;p4"/>
          <p:cNvCxnSpPr/>
          <p:nvPr/>
        </p:nvCxnSpPr>
        <p:spPr>
          <a:xfrm>
            <a:off x="11814048" y="3611880"/>
            <a:ext cx="0" cy="1326000"/>
          </a:xfrm>
          <a:prstGeom prst="straightConnector1">
            <a:avLst/>
          </a:prstGeom>
          <a:noFill/>
          <a:ln cap="flat" cmpd="sng" w="9525">
            <a:solidFill>
              <a:srgbClr val="D1D5DB"/>
            </a:solidFill>
            <a:prstDash val="solid"/>
            <a:round/>
            <a:headEnd len="sm" w="sm" type="none"/>
            <a:tailEnd len="sm" w="sm" type="none"/>
          </a:ln>
        </p:spPr>
      </p:cxnSp>
      <p:cxnSp>
        <p:nvCxnSpPr>
          <p:cNvPr id="203" name="Google Shape;203;p4"/>
          <p:cNvCxnSpPr/>
          <p:nvPr/>
        </p:nvCxnSpPr>
        <p:spPr>
          <a:xfrm>
            <a:off x="7269480" y="4791456"/>
            <a:ext cx="0" cy="146400"/>
          </a:xfrm>
          <a:prstGeom prst="straightConnector1">
            <a:avLst/>
          </a:prstGeom>
          <a:noFill/>
          <a:ln cap="flat" cmpd="sng" w="15875">
            <a:solidFill>
              <a:srgbClr val="0A0A0A"/>
            </a:solidFill>
            <a:prstDash val="solid"/>
            <a:round/>
            <a:headEnd len="sm" w="sm" type="none"/>
            <a:tailEnd len="sm" w="sm" type="none"/>
          </a:ln>
        </p:spPr>
      </p:cxnSp>
      <p:cxnSp>
        <p:nvCxnSpPr>
          <p:cNvPr id="204" name="Google Shape;204;p4"/>
          <p:cNvCxnSpPr/>
          <p:nvPr/>
        </p:nvCxnSpPr>
        <p:spPr>
          <a:xfrm>
            <a:off x="7269480" y="4937760"/>
            <a:ext cx="146400" cy="0"/>
          </a:xfrm>
          <a:prstGeom prst="straightConnector1">
            <a:avLst/>
          </a:prstGeom>
          <a:noFill/>
          <a:ln cap="flat" cmpd="sng" w="15875">
            <a:solidFill>
              <a:srgbClr val="0A0A0A"/>
            </a:solidFill>
            <a:prstDash val="solid"/>
            <a:round/>
            <a:headEnd len="sm" w="sm" type="none"/>
            <a:tailEnd len="sm" w="sm" type="none"/>
          </a:ln>
        </p:spPr>
      </p:cxnSp>
      <p:cxnSp>
        <p:nvCxnSpPr>
          <p:cNvPr id="205" name="Google Shape;205;p4"/>
          <p:cNvCxnSpPr/>
          <p:nvPr/>
        </p:nvCxnSpPr>
        <p:spPr>
          <a:xfrm>
            <a:off x="11667744" y="4937760"/>
            <a:ext cx="146400" cy="0"/>
          </a:xfrm>
          <a:prstGeom prst="straightConnector1">
            <a:avLst/>
          </a:prstGeom>
          <a:noFill/>
          <a:ln cap="flat" cmpd="sng" w="15875">
            <a:solidFill>
              <a:srgbClr val="0A0A0A"/>
            </a:solidFill>
            <a:prstDash val="solid"/>
            <a:round/>
            <a:headEnd len="sm" w="sm" type="none"/>
            <a:tailEnd len="sm" w="sm" type="none"/>
          </a:ln>
        </p:spPr>
      </p:cxnSp>
      <p:cxnSp>
        <p:nvCxnSpPr>
          <p:cNvPr id="206" name="Google Shape;206;p4"/>
          <p:cNvCxnSpPr/>
          <p:nvPr/>
        </p:nvCxnSpPr>
        <p:spPr>
          <a:xfrm>
            <a:off x="11814048" y="4791456"/>
            <a:ext cx="0" cy="146400"/>
          </a:xfrm>
          <a:prstGeom prst="straightConnector1">
            <a:avLst/>
          </a:prstGeom>
          <a:noFill/>
          <a:ln cap="flat" cmpd="sng" w="15875">
            <a:solidFill>
              <a:srgbClr val="0A0A0A"/>
            </a:solidFill>
            <a:prstDash val="solid"/>
            <a:round/>
            <a:headEnd len="sm" w="sm" type="none"/>
            <a:tailEnd len="sm" w="sm" type="none"/>
          </a:ln>
        </p:spPr>
      </p:cxnSp>
      <p:cxnSp>
        <p:nvCxnSpPr>
          <p:cNvPr id="207" name="Google Shape;207;p4"/>
          <p:cNvCxnSpPr/>
          <p:nvPr/>
        </p:nvCxnSpPr>
        <p:spPr>
          <a:xfrm>
            <a:off x="7269480" y="5029200"/>
            <a:ext cx="4544700" cy="0"/>
          </a:xfrm>
          <a:prstGeom prst="straightConnector1">
            <a:avLst/>
          </a:prstGeom>
          <a:noFill/>
          <a:ln cap="flat" cmpd="sng" w="9525">
            <a:solidFill>
              <a:srgbClr val="D1D5DB"/>
            </a:solidFill>
            <a:prstDash val="solid"/>
            <a:round/>
            <a:headEnd len="sm" w="sm" type="none"/>
            <a:tailEnd len="sm" w="sm" type="none"/>
          </a:ln>
        </p:spPr>
      </p:cxnSp>
      <p:cxnSp>
        <p:nvCxnSpPr>
          <p:cNvPr id="208" name="Google Shape;208;p4"/>
          <p:cNvCxnSpPr/>
          <p:nvPr/>
        </p:nvCxnSpPr>
        <p:spPr>
          <a:xfrm>
            <a:off x="7269480" y="6355080"/>
            <a:ext cx="4544700" cy="0"/>
          </a:xfrm>
          <a:prstGeom prst="straightConnector1">
            <a:avLst/>
          </a:prstGeom>
          <a:noFill/>
          <a:ln cap="flat" cmpd="sng" w="9525">
            <a:solidFill>
              <a:srgbClr val="D1D5DB"/>
            </a:solidFill>
            <a:prstDash val="solid"/>
            <a:round/>
            <a:headEnd len="sm" w="sm" type="none"/>
            <a:tailEnd len="sm" w="sm" type="none"/>
          </a:ln>
        </p:spPr>
      </p:cxnSp>
      <p:cxnSp>
        <p:nvCxnSpPr>
          <p:cNvPr id="209" name="Google Shape;209;p4"/>
          <p:cNvCxnSpPr/>
          <p:nvPr/>
        </p:nvCxnSpPr>
        <p:spPr>
          <a:xfrm>
            <a:off x="7269480" y="5029200"/>
            <a:ext cx="0" cy="1326000"/>
          </a:xfrm>
          <a:prstGeom prst="straightConnector1">
            <a:avLst/>
          </a:prstGeom>
          <a:noFill/>
          <a:ln cap="flat" cmpd="sng" w="9525">
            <a:solidFill>
              <a:srgbClr val="D1D5DB"/>
            </a:solidFill>
            <a:prstDash val="solid"/>
            <a:round/>
            <a:headEnd len="sm" w="sm" type="none"/>
            <a:tailEnd len="sm" w="sm" type="none"/>
          </a:ln>
        </p:spPr>
      </p:cxnSp>
      <p:cxnSp>
        <p:nvCxnSpPr>
          <p:cNvPr id="210" name="Google Shape;210;p4"/>
          <p:cNvCxnSpPr/>
          <p:nvPr/>
        </p:nvCxnSpPr>
        <p:spPr>
          <a:xfrm>
            <a:off x="11814048" y="5029200"/>
            <a:ext cx="0" cy="1326000"/>
          </a:xfrm>
          <a:prstGeom prst="straightConnector1">
            <a:avLst/>
          </a:prstGeom>
          <a:noFill/>
          <a:ln cap="flat" cmpd="sng" w="9525">
            <a:solidFill>
              <a:srgbClr val="D1D5DB"/>
            </a:solidFill>
            <a:prstDash val="solid"/>
            <a:round/>
            <a:headEnd len="sm" w="sm" type="none"/>
            <a:tailEnd len="sm" w="sm" type="none"/>
          </a:ln>
        </p:spPr>
      </p:cxnSp>
      <p:cxnSp>
        <p:nvCxnSpPr>
          <p:cNvPr id="211" name="Google Shape;211;p4"/>
          <p:cNvCxnSpPr/>
          <p:nvPr/>
        </p:nvCxnSpPr>
        <p:spPr>
          <a:xfrm>
            <a:off x="7269480" y="5029200"/>
            <a:ext cx="146400" cy="0"/>
          </a:xfrm>
          <a:prstGeom prst="straightConnector1">
            <a:avLst/>
          </a:prstGeom>
          <a:noFill/>
          <a:ln cap="flat" cmpd="sng" w="15875">
            <a:solidFill>
              <a:srgbClr val="0A0A0A"/>
            </a:solidFill>
            <a:prstDash val="solid"/>
            <a:round/>
            <a:headEnd len="sm" w="sm" type="none"/>
            <a:tailEnd len="sm" w="sm" type="none"/>
          </a:ln>
        </p:spPr>
      </p:cxnSp>
      <p:cxnSp>
        <p:nvCxnSpPr>
          <p:cNvPr id="212" name="Google Shape;212;p4"/>
          <p:cNvCxnSpPr/>
          <p:nvPr/>
        </p:nvCxnSpPr>
        <p:spPr>
          <a:xfrm>
            <a:off x="7269480" y="5029200"/>
            <a:ext cx="0" cy="146400"/>
          </a:xfrm>
          <a:prstGeom prst="straightConnector1">
            <a:avLst/>
          </a:prstGeom>
          <a:noFill/>
          <a:ln cap="flat" cmpd="sng" w="15875">
            <a:solidFill>
              <a:srgbClr val="0A0A0A"/>
            </a:solidFill>
            <a:prstDash val="solid"/>
            <a:round/>
            <a:headEnd len="sm" w="sm" type="none"/>
            <a:tailEnd len="sm" w="sm" type="none"/>
          </a:ln>
        </p:spPr>
      </p:cxnSp>
      <p:cxnSp>
        <p:nvCxnSpPr>
          <p:cNvPr id="213" name="Google Shape;213;p4"/>
          <p:cNvCxnSpPr/>
          <p:nvPr/>
        </p:nvCxnSpPr>
        <p:spPr>
          <a:xfrm>
            <a:off x="11667744" y="5029200"/>
            <a:ext cx="146400" cy="0"/>
          </a:xfrm>
          <a:prstGeom prst="straightConnector1">
            <a:avLst/>
          </a:prstGeom>
          <a:noFill/>
          <a:ln cap="flat" cmpd="sng" w="15875">
            <a:solidFill>
              <a:srgbClr val="0A0A0A"/>
            </a:solidFill>
            <a:prstDash val="solid"/>
            <a:round/>
            <a:headEnd len="sm" w="sm" type="none"/>
            <a:tailEnd len="sm" w="sm" type="none"/>
          </a:ln>
        </p:spPr>
      </p:cxnSp>
      <p:cxnSp>
        <p:nvCxnSpPr>
          <p:cNvPr id="214" name="Google Shape;214;p4"/>
          <p:cNvCxnSpPr/>
          <p:nvPr/>
        </p:nvCxnSpPr>
        <p:spPr>
          <a:xfrm>
            <a:off x="11814048" y="5029200"/>
            <a:ext cx="0" cy="146400"/>
          </a:xfrm>
          <a:prstGeom prst="straightConnector1">
            <a:avLst/>
          </a:prstGeom>
          <a:noFill/>
          <a:ln cap="flat" cmpd="sng" w="15875">
            <a:solidFill>
              <a:srgbClr val="0A0A0A"/>
            </a:solidFill>
            <a:prstDash val="solid"/>
            <a:round/>
            <a:headEnd len="sm" w="sm" type="none"/>
            <a:tailEnd len="sm" w="sm" type="none"/>
          </a:ln>
        </p:spPr>
      </p:cxnSp>
      <p:cxnSp>
        <p:nvCxnSpPr>
          <p:cNvPr id="215" name="Google Shape;215;p4"/>
          <p:cNvCxnSpPr/>
          <p:nvPr/>
        </p:nvCxnSpPr>
        <p:spPr>
          <a:xfrm>
            <a:off x="7269480" y="6208776"/>
            <a:ext cx="0" cy="146400"/>
          </a:xfrm>
          <a:prstGeom prst="straightConnector1">
            <a:avLst/>
          </a:prstGeom>
          <a:noFill/>
          <a:ln cap="flat" cmpd="sng" w="15875">
            <a:solidFill>
              <a:srgbClr val="0A0A0A"/>
            </a:solidFill>
            <a:prstDash val="solid"/>
            <a:round/>
            <a:headEnd len="sm" w="sm" type="none"/>
            <a:tailEnd len="sm" w="sm" type="none"/>
          </a:ln>
        </p:spPr>
      </p:cxnSp>
      <p:cxnSp>
        <p:nvCxnSpPr>
          <p:cNvPr id="216" name="Google Shape;216;p4"/>
          <p:cNvCxnSpPr/>
          <p:nvPr/>
        </p:nvCxnSpPr>
        <p:spPr>
          <a:xfrm>
            <a:off x="7269480" y="6355080"/>
            <a:ext cx="146400" cy="0"/>
          </a:xfrm>
          <a:prstGeom prst="straightConnector1">
            <a:avLst/>
          </a:prstGeom>
          <a:noFill/>
          <a:ln cap="flat" cmpd="sng" w="15875">
            <a:solidFill>
              <a:srgbClr val="0A0A0A"/>
            </a:solidFill>
            <a:prstDash val="solid"/>
            <a:round/>
            <a:headEnd len="sm" w="sm" type="none"/>
            <a:tailEnd len="sm" w="sm" type="none"/>
          </a:ln>
        </p:spPr>
      </p:cxnSp>
      <p:cxnSp>
        <p:nvCxnSpPr>
          <p:cNvPr id="217" name="Google Shape;217;p4"/>
          <p:cNvCxnSpPr/>
          <p:nvPr/>
        </p:nvCxnSpPr>
        <p:spPr>
          <a:xfrm>
            <a:off x="11667744" y="6355080"/>
            <a:ext cx="146400" cy="0"/>
          </a:xfrm>
          <a:prstGeom prst="straightConnector1">
            <a:avLst/>
          </a:prstGeom>
          <a:noFill/>
          <a:ln cap="flat" cmpd="sng" w="15875">
            <a:solidFill>
              <a:srgbClr val="0A0A0A"/>
            </a:solidFill>
            <a:prstDash val="solid"/>
            <a:round/>
            <a:headEnd len="sm" w="sm" type="none"/>
            <a:tailEnd len="sm" w="sm" type="none"/>
          </a:ln>
        </p:spPr>
      </p:cxnSp>
      <p:cxnSp>
        <p:nvCxnSpPr>
          <p:cNvPr id="218" name="Google Shape;218;p4"/>
          <p:cNvCxnSpPr/>
          <p:nvPr/>
        </p:nvCxnSpPr>
        <p:spPr>
          <a:xfrm>
            <a:off x="11814048" y="6208776"/>
            <a:ext cx="0" cy="146400"/>
          </a:xfrm>
          <a:prstGeom prst="straightConnector1">
            <a:avLst/>
          </a:prstGeom>
          <a:noFill/>
          <a:ln cap="flat" cmpd="sng" w="15875">
            <a:solidFill>
              <a:srgbClr val="0A0A0A"/>
            </a:solidFill>
            <a:prstDash val="solid"/>
            <a:round/>
            <a:headEnd len="sm" w="sm" type="none"/>
            <a:tailEnd len="sm" w="sm" type="none"/>
          </a:ln>
        </p:spPr>
      </p:cxnSp>
      <p:sp>
        <p:nvSpPr>
          <p:cNvPr id="219" name="Google Shape;219;p4"/>
          <p:cNvSpPr/>
          <p:nvPr/>
        </p:nvSpPr>
        <p:spPr>
          <a:xfrm>
            <a:off x="7498080" y="5193792"/>
            <a:ext cx="40875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900"/>
              <a:buFont typeface="Courier New"/>
              <a:buNone/>
            </a:pPr>
            <a:r>
              <a:rPr b="1" i="0" lang="en-US" sz="900" u="none" cap="none" strike="noStrike">
                <a:solidFill>
                  <a:srgbClr val="5B21B6"/>
                </a:solidFill>
                <a:latin typeface="Courier New"/>
                <a:ea typeface="Courier New"/>
                <a:cs typeface="Courier New"/>
                <a:sym typeface="Courier New"/>
              </a:rPr>
              <a:t>r/MBSE   184 ▲</a:t>
            </a:r>
            <a:endParaRPr b="0" i="0" sz="900" u="none" cap="none" strike="noStrike">
              <a:solidFill>
                <a:schemeClr val="dk1"/>
              </a:solidFill>
              <a:latin typeface="Calibri"/>
              <a:ea typeface="Calibri"/>
              <a:cs typeface="Calibri"/>
              <a:sym typeface="Calibri"/>
            </a:endParaRPr>
          </a:p>
        </p:txBody>
      </p:sp>
      <p:pic>
        <p:nvPicPr>
          <p:cNvPr id="220" name="Google Shape;220;p4" title="Screenshot 2026-05-08 at 12.56.48 AM.png"/>
          <p:cNvPicPr preferRelativeResize="0"/>
          <p:nvPr/>
        </p:nvPicPr>
        <p:blipFill>
          <a:blip r:embed="rId3">
            <a:alphaModFix/>
          </a:blip>
          <a:stretch>
            <a:fillRect/>
          </a:stretch>
        </p:blipFill>
        <p:spPr>
          <a:xfrm>
            <a:off x="7301475" y="2972171"/>
            <a:ext cx="4480576" cy="1950092"/>
          </a:xfrm>
          <a:prstGeom prst="rect">
            <a:avLst/>
          </a:prstGeom>
          <a:noFill/>
          <a:ln>
            <a:noFill/>
          </a:ln>
        </p:spPr>
      </p:pic>
      <p:pic>
        <p:nvPicPr>
          <p:cNvPr id="221" name="Google Shape;221;p4" title="Screenshot 2026-05-08 at 12.57.57 AM.png"/>
          <p:cNvPicPr preferRelativeResize="0"/>
          <p:nvPr/>
        </p:nvPicPr>
        <p:blipFill>
          <a:blip r:embed="rId4">
            <a:alphaModFix/>
          </a:blip>
          <a:stretch>
            <a:fillRect/>
          </a:stretch>
        </p:blipFill>
        <p:spPr>
          <a:xfrm>
            <a:off x="7318331" y="5174574"/>
            <a:ext cx="4456086" cy="104019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cxnSp>
        <p:nvCxnSpPr>
          <p:cNvPr id="227" name="Google Shape;227;p5"/>
          <p:cNvCxnSpPr/>
          <p:nvPr/>
        </p:nvCxnSpPr>
        <p:spPr>
          <a:xfrm>
            <a:off x="11247120" y="868680"/>
            <a:ext cx="502920" cy="182880"/>
          </a:xfrm>
          <a:prstGeom prst="straightConnector1">
            <a:avLst/>
          </a:prstGeom>
          <a:noFill/>
          <a:ln cap="flat" cmpd="sng" w="9525">
            <a:solidFill>
              <a:srgbClr val="9CA3AF"/>
            </a:solidFill>
            <a:prstDash val="solid"/>
            <a:round/>
            <a:headEnd len="sm" w="sm" type="none"/>
            <a:tailEnd len="sm" w="sm" type="none"/>
          </a:ln>
        </p:spPr>
      </p:cxnSp>
      <p:cxnSp>
        <p:nvCxnSpPr>
          <p:cNvPr id="228" name="Google Shape;228;p5"/>
          <p:cNvCxnSpPr/>
          <p:nvPr/>
        </p:nvCxnSpPr>
        <p:spPr>
          <a:xfrm flipH="1">
            <a:off x="11018520" y="868680"/>
            <a:ext cx="228600" cy="411480"/>
          </a:xfrm>
          <a:prstGeom prst="straightConnector1">
            <a:avLst/>
          </a:prstGeom>
          <a:noFill/>
          <a:ln cap="flat" cmpd="sng" w="9525">
            <a:solidFill>
              <a:srgbClr val="9CA3AF"/>
            </a:solidFill>
            <a:prstDash val="solid"/>
            <a:round/>
            <a:headEnd len="sm" w="sm" type="none"/>
            <a:tailEnd len="sm" w="sm" type="none"/>
          </a:ln>
        </p:spPr>
      </p:cxnSp>
      <p:cxnSp>
        <p:nvCxnSpPr>
          <p:cNvPr id="229" name="Google Shape;229;p5"/>
          <p:cNvCxnSpPr/>
          <p:nvPr/>
        </p:nvCxnSpPr>
        <p:spPr>
          <a:xfrm>
            <a:off x="11018520" y="1280160"/>
            <a:ext cx="457200" cy="137160"/>
          </a:xfrm>
          <a:prstGeom prst="straightConnector1">
            <a:avLst/>
          </a:prstGeom>
          <a:noFill/>
          <a:ln cap="flat" cmpd="sng" w="9525">
            <a:solidFill>
              <a:srgbClr val="9CA3AF"/>
            </a:solidFill>
            <a:prstDash val="solid"/>
            <a:round/>
            <a:headEnd len="sm" w="sm" type="none"/>
            <a:tailEnd len="sm" w="sm" type="none"/>
          </a:ln>
        </p:spPr>
      </p:cxnSp>
      <p:cxnSp>
        <p:nvCxnSpPr>
          <p:cNvPr id="230" name="Google Shape;230;p5"/>
          <p:cNvCxnSpPr/>
          <p:nvPr/>
        </p:nvCxnSpPr>
        <p:spPr>
          <a:xfrm flipH="1">
            <a:off x="11475720" y="1051560"/>
            <a:ext cx="274320" cy="365760"/>
          </a:xfrm>
          <a:prstGeom prst="straightConnector1">
            <a:avLst/>
          </a:prstGeom>
          <a:noFill/>
          <a:ln cap="flat" cmpd="sng" w="9525">
            <a:solidFill>
              <a:srgbClr val="9CA3AF"/>
            </a:solidFill>
            <a:prstDash val="solid"/>
            <a:round/>
            <a:headEnd len="sm" w="sm" type="none"/>
            <a:tailEnd len="sm" w="sm" type="none"/>
          </a:ln>
        </p:spPr>
      </p:cxnSp>
      <p:sp>
        <p:nvSpPr>
          <p:cNvPr id="231" name="Google Shape;231;p5"/>
          <p:cNvSpPr/>
          <p:nvPr/>
        </p:nvSpPr>
        <p:spPr>
          <a:xfrm>
            <a:off x="11210544" y="83210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
          <p:cNvSpPr/>
          <p:nvPr/>
        </p:nvSpPr>
        <p:spPr>
          <a:xfrm>
            <a:off x="11713464" y="101498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11439144" y="138074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10981944" y="124358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457200" y="27432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00"/>
              <a:buFont typeface="Courier New"/>
              <a:buNone/>
            </a:pPr>
            <a:r>
              <a:rPr b="1" i="0" lang="en-US" sz="1000" u="none" cap="none" strike="noStrike">
                <a:solidFill>
                  <a:srgbClr val="000000"/>
                </a:solidFill>
                <a:latin typeface="Courier New"/>
                <a:ea typeface="Courier New"/>
                <a:cs typeface="Courier New"/>
                <a:sym typeface="Courier New"/>
              </a:rPr>
              <a:t>TRACE.SPACE</a:t>
            </a:r>
            <a:endParaRPr b="0" i="0" sz="1000" u="none" cap="none" strike="noStrike">
              <a:solidFill>
                <a:schemeClr val="dk1"/>
              </a:solidFill>
              <a:latin typeface="Calibri"/>
              <a:ea typeface="Calibri"/>
              <a:cs typeface="Calibri"/>
              <a:sym typeface="Calibri"/>
            </a:endParaRPr>
          </a:p>
        </p:txBody>
      </p:sp>
      <p:sp>
        <p:nvSpPr>
          <p:cNvPr id="236" name="Google Shape;236;p5"/>
          <p:cNvSpPr/>
          <p:nvPr/>
        </p:nvSpPr>
        <p:spPr>
          <a:xfrm>
            <a:off x="10332720" y="274320"/>
            <a:ext cx="13716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ourier New"/>
              <a:buNone/>
            </a:pPr>
            <a:r>
              <a:rPr b="0" i="0" lang="en-US" sz="900" u="none" cap="none" strike="noStrike">
                <a:solidFill>
                  <a:srgbClr val="6B7280"/>
                </a:solidFill>
                <a:latin typeface="Courier New"/>
                <a:ea typeface="Courier New"/>
                <a:cs typeface="Courier New"/>
                <a:sym typeface="Courier New"/>
              </a:rPr>
              <a:t>02 / 07</a:t>
            </a:r>
            <a:endParaRPr b="0" i="0" sz="900" u="none" cap="none" strike="noStrike">
              <a:solidFill>
                <a:schemeClr val="dk1"/>
              </a:solidFill>
              <a:latin typeface="Calibri"/>
              <a:ea typeface="Calibri"/>
              <a:cs typeface="Calibri"/>
              <a:sym typeface="Calibri"/>
            </a:endParaRPr>
          </a:p>
        </p:txBody>
      </p:sp>
      <p:cxnSp>
        <p:nvCxnSpPr>
          <p:cNvPr id="237" name="Google Shape;237;p5"/>
          <p:cNvCxnSpPr/>
          <p:nvPr/>
        </p:nvCxnSpPr>
        <p:spPr>
          <a:xfrm>
            <a:off x="457200" y="594360"/>
            <a:ext cx="11274552" cy="0"/>
          </a:xfrm>
          <a:prstGeom prst="straightConnector1">
            <a:avLst/>
          </a:prstGeom>
          <a:noFill/>
          <a:ln cap="flat" cmpd="sng" w="9525">
            <a:solidFill>
              <a:srgbClr val="D1D5DB"/>
            </a:solidFill>
            <a:prstDash val="solid"/>
            <a:round/>
            <a:headEnd len="sm" w="sm" type="none"/>
            <a:tailEnd len="sm" w="sm" type="none"/>
          </a:ln>
        </p:spPr>
      </p:cxnSp>
      <p:cxnSp>
        <p:nvCxnSpPr>
          <p:cNvPr id="238" name="Google Shape;238;p5"/>
          <p:cNvCxnSpPr/>
          <p:nvPr/>
        </p:nvCxnSpPr>
        <p:spPr>
          <a:xfrm>
            <a:off x="365760" y="777240"/>
            <a:ext cx="11430000" cy="0"/>
          </a:xfrm>
          <a:prstGeom prst="straightConnector1">
            <a:avLst/>
          </a:prstGeom>
          <a:noFill/>
          <a:ln cap="flat" cmpd="sng" w="9525">
            <a:solidFill>
              <a:srgbClr val="D1D5DB"/>
            </a:solidFill>
            <a:prstDash val="solid"/>
            <a:round/>
            <a:headEnd len="sm" w="sm" type="none"/>
            <a:tailEnd len="sm" w="sm" type="none"/>
          </a:ln>
        </p:spPr>
      </p:cxnSp>
      <p:cxnSp>
        <p:nvCxnSpPr>
          <p:cNvPr id="239" name="Google Shape;239;p5"/>
          <p:cNvCxnSpPr/>
          <p:nvPr/>
        </p:nvCxnSpPr>
        <p:spPr>
          <a:xfrm>
            <a:off x="365760" y="1645920"/>
            <a:ext cx="11430000" cy="0"/>
          </a:xfrm>
          <a:prstGeom prst="straightConnector1">
            <a:avLst/>
          </a:prstGeom>
          <a:noFill/>
          <a:ln cap="flat" cmpd="sng" w="9525">
            <a:solidFill>
              <a:srgbClr val="D1D5DB"/>
            </a:solidFill>
            <a:prstDash val="solid"/>
            <a:round/>
            <a:headEnd len="sm" w="sm" type="none"/>
            <a:tailEnd len="sm" w="sm" type="none"/>
          </a:ln>
        </p:spPr>
      </p:cxnSp>
      <p:cxnSp>
        <p:nvCxnSpPr>
          <p:cNvPr id="240" name="Google Shape;240;p5"/>
          <p:cNvCxnSpPr/>
          <p:nvPr/>
        </p:nvCxnSpPr>
        <p:spPr>
          <a:xfrm>
            <a:off x="365760" y="777240"/>
            <a:ext cx="0" cy="868680"/>
          </a:xfrm>
          <a:prstGeom prst="straightConnector1">
            <a:avLst/>
          </a:prstGeom>
          <a:noFill/>
          <a:ln cap="flat" cmpd="sng" w="9525">
            <a:solidFill>
              <a:srgbClr val="D1D5DB"/>
            </a:solidFill>
            <a:prstDash val="solid"/>
            <a:round/>
            <a:headEnd len="sm" w="sm" type="none"/>
            <a:tailEnd len="sm" w="sm" type="none"/>
          </a:ln>
        </p:spPr>
      </p:cxnSp>
      <p:cxnSp>
        <p:nvCxnSpPr>
          <p:cNvPr id="241" name="Google Shape;241;p5"/>
          <p:cNvCxnSpPr/>
          <p:nvPr/>
        </p:nvCxnSpPr>
        <p:spPr>
          <a:xfrm>
            <a:off x="11795760" y="777240"/>
            <a:ext cx="0" cy="868680"/>
          </a:xfrm>
          <a:prstGeom prst="straightConnector1">
            <a:avLst/>
          </a:prstGeom>
          <a:noFill/>
          <a:ln cap="flat" cmpd="sng" w="9525">
            <a:solidFill>
              <a:srgbClr val="D1D5DB"/>
            </a:solidFill>
            <a:prstDash val="solid"/>
            <a:round/>
            <a:headEnd len="sm" w="sm" type="none"/>
            <a:tailEnd len="sm" w="sm" type="none"/>
          </a:ln>
        </p:spPr>
      </p:cxnSp>
      <p:cxnSp>
        <p:nvCxnSpPr>
          <p:cNvPr id="242" name="Google Shape;242;p5"/>
          <p:cNvCxnSpPr/>
          <p:nvPr/>
        </p:nvCxnSpPr>
        <p:spPr>
          <a:xfrm>
            <a:off x="365760" y="777240"/>
            <a:ext cx="201168" cy="0"/>
          </a:xfrm>
          <a:prstGeom prst="straightConnector1">
            <a:avLst/>
          </a:prstGeom>
          <a:noFill/>
          <a:ln cap="flat" cmpd="sng" w="12700">
            <a:solidFill>
              <a:srgbClr val="0A0A0A"/>
            </a:solidFill>
            <a:prstDash val="solid"/>
            <a:round/>
            <a:headEnd len="sm" w="sm" type="none"/>
            <a:tailEnd len="sm" w="sm" type="none"/>
          </a:ln>
        </p:spPr>
      </p:cxnSp>
      <p:cxnSp>
        <p:nvCxnSpPr>
          <p:cNvPr id="243" name="Google Shape;243;p5"/>
          <p:cNvCxnSpPr/>
          <p:nvPr/>
        </p:nvCxnSpPr>
        <p:spPr>
          <a:xfrm>
            <a:off x="365760" y="777240"/>
            <a:ext cx="0" cy="201168"/>
          </a:xfrm>
          <a:prstGeom prst="straightConnector1">
            <a:avLst/>
          </a:prstGeom>
          <a:noFill/>
          <a:ln cap="flat" cmpd="sng" w="12700">
            <a:solidFill>
              <a:srgbClr val="0A0A0A"/>
            </a:solidFill>
            <a:prstDash val="solid"/>
            <a:round/>
            <a:headEnd len="sm" w="sm" type="none"/>
            <a:tailEnd len="sm" w="sm" type="none"/>
          </a:ln>
        </p:spPr>
      </p:cxnSp>
      <p:cxnSp>
        <p:nvCxnSpPr>
          <p:cNvPr id="244" name="Google Shape;244;p5"/>
          <p:cNvCxnSpPr/>
          <p:nvPr/>
        </p:nvCxnSpPr>
        <p:spPr>
          <a:xfrm>
            <a:off x="11594592" y="777240"/>
            <a:ext cx="201168" cy="0"/>
          </a:xfrm>
          <a:prstGeom prst="straightConnector1">
            <a:avLst/>
          </a:prstGeom>
          <a:noFill/>
          <a:ln cap="flat" cmpd="sng" w="12700">
            <a:solidFill>
              <a:srgbClr val="0A0A0A"/>
            </a:solidFill>
            <a:prstDash val="solid"/>
            <a:round/>
            <a:headEnd len="sm" w="sm" type="none"/>
            <a:tailEnd len="sm" w="sm" type="none"/>
          </a:ln>
        </p:spPr>
      </p:cxnSp>
      <p:cxnSp>
        <p:nvCxnSpPr>
          <p:cNvPr id="245" name="Google Shape;245;p5"/>
          <p:cNvCxnSpPr/>
          <p:nvPr/>
        </p:nvCxnSpPr>
        <p:spPr>
          <a:xfrm>
            <a:off x="11795760" y="777240"/>
            <a:ext cx="0" cy="201168"/>
          </a:xfrm>
          <a:prstGeom prst="straightConnector1">
            <a:avLst/>
          </a:prstGeom>
          <a:noFill/>
          <a:ln cap="flat" cmpd="sng" w="12700">
            <a:solidFill>
              <a:srgbClr val="0A0A0A"/>
            </a:solidFill>
            <a:prstDash val="solid"/>
            <a:round/>
            <a:headEnd len="sm" w="sm" type="none"/>
            <a:tailEnd len="sm" w="sm" type="none"/>
          </a:ln>
        </p:spPr>
      </p:cxnSp>
      <p:cxnSp>
        <p:nvCxnSpPr>
          <p:cNvPr id="246" name="Google Shape;246;p5"/>
          <p:cNvCxnSpPr/>
          <p:nvPr/>
        </p:nvCxnSpPr>
        <p:spPr>
          <a:xfrm>
            <a:off x="365760" y="1444752"/>
            <a:ext cx="0" cy="201168"/>
          </a:xfrm>
          <a:prstGeom prst="straightConnector1">
            <a:avLst/>
          </a:prstGeom>
          <a:noFill/>
          <a:ln cap="flat" cmpd="sng" w="12700">
            <a:solidFill>
              <a:srgbClr val="0A0A0A"/>
            </a:solidFill>
            <a:prstDash val="solid"/>
            <a:round/>
            <a:headEnd len="sm" w="sm" type="none"/>
            <a:tailEnd len="sm" w="sm" type="none"/>
          </a:ln>
        </p:spPr>
      </p:cxnSp>
      <p:cxnSp>
        <p:nvCxnSpPr>
          <p:cNvPr id="247" name="Google Shape;247;p5"/>
          <p:cNvCxnSpPr/>
          <p:nvPr/>
        </p:nvCxnSpPr>
        <p:spPr>
          <a:xfrm>
            <a:off x="365760" y="1645920"/>
            <a:ext cx="201168" cy="0"/>
          </a:xfrm>
          <a:prstGeom prst="straightConnector1">
            <a:avLst/>
          </a:prstGeom>
          <a:noFill/>
          <a:ln cap="flat" cmpd="sng" w="12700">
            <a:solidFill>
              <a:srgbClr val="0A0A0A"/>
            </a:solidFill>
            <a:prstDash val="solid"/>
            <a:round/>
            <a:headEnd len="sm" w="sm" type="none"/>
            <a:tailEnd len="sm" w="sm" type="none"/>
          </a:ln>
        </p:spPr>
      </p:cxnSp>
      <p:cxnSp>
        <p:nvCxnSpPr>
          <p:cNvPr id="248" name="Google Shape;248;p5"/>
          <p:cNvCxnSpPr/>
          <p:nvPr/>
        </p:nvCxnSpPr>
        <p:spPr>
          <a:xfrm>
            <a:off x="11594592" y="1645920"/>
            <a:ext cx="201168" cy="0"/>
          </a:xfrm>
          <a:prstGeom prst="straightConnector1">
            <a:avLst/>
          </a:prstGeom>
          <a:noFill/>
          <a:ln cap="flat" cmpd="sng" w="12700">
            <a:solidFill>
              <a:srgbClr val="0A0A0A"/>
            </a:solidFill>
            <a:prstDash val="solid"/>
            <a:round/>
            <a:headEnd len="sm" w="sm" type="none"/>
            <a:tailEnd len="sm" w="sm" type="none"/>
          </a:ln>
        </p:spPr>
      </p:cxnSp>
      <p:cxnSp>
        <p:nvCxnSpPr>
          <p:cNvPr id="249" name="Google Shape;249;p5"/>
          <p:cNvCxnSpPr/>
          <p:nvPr/>
        </p:nvCxnSpPr>
        <p:spPr>
          <a:xfrm>
            <a:off x="11795760" y="1444752"/>
            <a:ext cx="0" cy="201168"/>
          </a:xfrm>
          <a:prstGeom prst="straightConnector1">
            <a:avLst/>
          </a:prstGeom>
          <a:noFill/>
          <a:ln cap="flat" cmpd="sng" w="12700">
            <a:solidFill>
              <a:srgbClr val="0A0A0A"/>
            </a:solidFill>
            <a:prstDash val="solid"/>
            <a:round/>
            <a:headEnd len="sm" w="sm" type="none"/>
            <a:tailEnd len="sm" w="sm" type="none"/>
          </a:ln>
        </p:spPr>
      </p:cxnSp>
      <p:sp>
        <p:nvSpPr>
          <p:cNvPr id="250" name="Google Shape;250;p5"/>
          <p:cNvSpPr/>
          <p:nvPr/>
        </p:nvSpPr>
        <p:spPr>
          <a:xfrm>
            <a:off x="457200" y="868680"/>
            <a:ext cx="112471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400"/>
              <a:buFont typeface="Arial Black"/>
              <a:buNone/>
            </a:pPr>
            <a:r>
              <a:rPr b="1" i="0" lang="en-US" sz="3400" u="none" cap="none" strike="noStrike">
                <a:solidFill>
                  <a:srgbClr val="000000"/>
                </a:solidFill>
                <a:latin typeface="Arial Black"/>
                <a:ea typeface="Arial Black"/>
                <a:cs typeface="Arial Black"/>
                <a:sym typeface="Arial Black"/>
              </a:rPr>
              <a:t>Trace.Space today</a:t>
            </a:r>
            <a:endParaRPr b="0" i="0" sz="3400" u="none" cap="none" strike="noStrike">
              <a:solidFill>
                <a:schemeClr val="dk1"/>
              </a:solidFill>
              <a:latin typeface="Calibri"/>
              <a:ea typeface="Calibri"/>
              <a:cs typeface="Calibri"/>
              <a:sym typeface="Calibri"/>
            </a:endParaRPr>
          </a:p>
        </p:txBody>
      </p:sp>
      <p:sp>
        <p:nvSpPr>
          <p:cNvPr id="251" name="Google Shape;251;p5"/>
          <p:cNvSpPr/>
          <p:nvPr/>
        </p:nvSpPr>
        <p:spPr>
          <a:xfrm>
            <a:off x="457200" y="1755648"/>
            <a:ext cx="11247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400"/>
              <a:buFont typeface="Courier New"/>
              <a:buNone/>
            </a:pPr>
            <a:r>
              <a:rPr b="1" i="0" lang="en-US" sz="1400" u="none" cap="none" strike="noStrike">
                <a:solidFill>
                  <a:srgbClr val="5B21B6"/>
                </a:solidFill>
                <a:latin typeface="Courier New"/>
                <a:ea typeface="Courier New"/>
                <a:cs typeface="Courier New"/>
                <a:sym typeface="Courier New"/>
              </a:rPr>
              <a:t>STRONG PRODUCT.  QUIET PRESENCE.</a:t>
            </a:r>
            <a:endParaRPr b="0" i="0" sz="1400" u="none" cap="none" strike="noStrike">
              <a:solidFill>
                <a:schemeClr val="dk1"/>
              </a:solidFill>
              <a:latin typeface="Calibri"/>
              <a:ea typeface="Calibri"/>
              <a:cs typeface="Calibri"/>
              <a:sym typeface="Calibri"/>
            </a:endParaRPr>
          </a:p>
        </p:txBody>
      </p:sp>
      <p:cxnSp>
        <p:nvCxnSpPr>
          <p:cNvPr id="252" name="Google Shape;252;p5"/>
          <p:cNvCxnSpPr/>
          <p:nvPr/>
        </p:nvCxnSpPr>
        <p:spPr>
          <a:xfrm>
            <a:off x="365760" y="2423160"/>
            <a:ext cx="2696337" cy="0"/>
          </a:xfrm>
          <a:prstGeom prst="straightConnector1">
            <a:avLst/>
          </a:prstGeom>
          <a:noFill/>
          <a:ln cap="flat" cmpd="sng" w="9525">
            <a:solidFill>
              <a:srgbClr val="D1D5DB"/>
            </a:solidFill>
            <a:prstDash val="solid"/>
            <a:round/>
            <a:headEnd len="sm" w="sm" type="none"/>
            <a:tailEnd len="sm" w="sm" type="none"/>
          </a:ln>
        </p:spPr>
      </p:cxnSp>
      <p:cxnSp>
        <p:nvCxnSpPr>
          <p:cNvPr id="253" name="Google Shape;253;p5"/>
          <p:cNvCxnSpPr/>
          <p:nvPr/>
        </p:nvCxnSpPr>
        <p:spPr>
          <a:xfrm>
            <a:off x="365760" y="6035040"/>
            <a:ext cx="2696337" cy="0"/>
          </a:xfrm>
          <a:prstGeom prst="straightConnector1">
            <a:avLst/>
          </a:prstGeom>
          <a:noFill/>
          <a:ln cap="flat" cmpd="sng" w="9525">
            <a:solidFill>
              <a:srgbClr val="D1D5DB"/>
            </a:solidFill>
            <a:prstDash val="solid"/>
            <a:round/>
            <a:headEnd len="sm" w="sm" type="none"/>
            <a:tailEnd len="sm" w="sm" type="none"/>
          </a:ln>
        </p:spPr>
      </p:cxnSp>
      <p:cxnSp>
        <p:nvCxnSpPr>
          <p:cNvPr id="254" name="Google Shape;254;p5"/>
          <p:cNvCxnSpPr/>
          <p:nvPr/>
        </p:nvCxnSpPr>
        <p:spPr>
          <a:xfrm>
            <a:off x="365760" y="2423160"/>
            <a:ext cx="0" cy="3611880"/>
          </a:xfrm>
          <a:prstGeom prst="straightConnector1">
            <a:avLst/>
          </a:prstGeom>
          <a:noFill/>
          <a:ln cap="flat" cmpd="sng" w="9525">
            <a:solidFill>
              <a:srgbClr val="D1D5DB"/>
            </a:solidFill>
            <a:prstDash val="solid"/>
            <a:round/>
            <a:headEnd len="sm" w="sm" type="none"/>
            <a:tailEnd len="sm" w="sm" type="none"/>
          </a:ln>
        </p:spPr>
      </p:cxnSp>
      <p:cxnSp>
        <p:nvCxnSpPr>
          <p:cNvPr id="255" name="Google Shape;255;p5"/>
          <p:cNvCxnSpPr/>
          <p:nvPr/>
        </p:nvCxnSpPr>
        <p:spPr>
          <a:xfrm>
            <a:off x="3062097" y="2423160"/>
            <a:ext cx="0" cy="3611880"/>
          </a:xfrm>
          <a:prstGeom prst="straightConnector1">
            <a:avLst/>
          </a:prstGeom>
          <a:noFill/>
          <a:ln cap="flat" cmpd="sng" w="9525">
            <a:solidFill>
              <a:srgbClr val="D1D5DB"/>
            </a:solidFill>
            <a:prstDash val="solid"/>
            <a:round/>
            <a:headEnd len="sm" w="sm" type="none"/>
            <a:tailEnd len="sm" w="sm" type="none"/>
          </a:ln>
        </p:spPr>
      </p:cxnSp>
      <p:cxnSp>
        <p:nvCxnSpPr>
          <p:cNvPr id="256" name="Google Shape;256;p5"/>
          <p:cNvCxnSpPr/>
          <p:nvPr/>
        </p:nvCxnSpPr>
        <p:spPr>
          <a:xfrm>
            <a:off x="365760" y="2423160"/>
            <a:ext cx="201168" cy="0"/>
          </a:xfrm>
          <a:prstGeom prst="straightConnector1">
            <a:avLst/>
          </a:prstGeom>
          <a:noFill/>
          <a:ln cap="flat" cmpd="sng" w="12700">
            <a:solidFill>
              <a:srgbClr val="0A0A0A"/>
            </a:solidFill>
            <a:prstDash val="solid"/>
            <a:round/>
            <a:headEnd len="sm" w="sm" type="none"/>
            <a:tailEnd len="sm" w="sm" type="none"/>
          </a:ln>
        </p:spPr>
      </p:cxnSp>
      <p:cxnSp>
        <p:nvCxnSpPr>
          <p:cNvPr id="257" name="Google Shape;257;p5"/>
          <p:cNvCxnSpPr/>
          <p:nvPr/>
        </p:nvCxnSpPr>
        <p:spPr>
          <a:xfrm>
            <a:off x="365760" y="2423160"/>
            <a:ext cx="0" cy="201168"/>
          </a:xfrm>
          <a:prstGeom prst="straightConnector1">
            <a:avLst/>
          </a:prstGeom>
          <a:noFill/>
          <a:ln cap="flat" cmpd="sng" w="12700">
            <a:solidFill>
              <a:srgbClr val="0A0A0A"/>
            </a:solidFill>
            <a:prstDash val="solid"/>
            <a:round/>
            <a:headEnd len="sm" w="sm" type="none"/>
            <a:tailEnd len="sm" w="sm" type="none"/>
          </a:ln>
        </p:spPr>
      </p:cxnSp>
      <p:cxnSp>
        <p:nvCxnSpPr>
          <p:cNvPr id="258" name="Google Shape;258;p5"/>
          <p:cNvCxnSpPr/>
          <p:nvPr/>
        </p:nvCxnSpPr>
        <p:spPr>
          <a:xfrm>
            <a:off x="2860929" y="2423160"/>
            <a:ext cx="201168" cy="0"/>
          </a:xfrm>
          <a:prstGeom prst="straightConnector1">
            <a:avLst/>
          </a:prstGeom>
          <a:noFill/>
          <a:ln cap="flat" cmpd="sng" w="12700">
            <a:solidFill>
              <a:srgbClr val="0A0A0A"/>
            </a:solidFill>
            <a:prstDash val="solid"/>
            <a:round/>
            <a:headEnd len="sm" w="sm" type="none"/>
            <a:tailEnd len="sm" w="sm" type="none"/>
          </a:ln>
        </p:spPr>
      </p:cxnSp>
      <p:cxnSp>
        <p:nvCxnSpPr>
          <p:cNvPr id="259" name="Google Shape;259;p5"/>
          <p:cNvCxnSpPr/>
          <p:nvPr/>
        </p:nvCxnSpPr>
        <p:spPr>
          <a:xfrm>
            <a:off x="3062097" y="2423160"/>
            <a:ext cx="0" cy="201168"/>
          </a:xfrm>
          <a:prstGeom prst="straightConnector1">
            <a:avLst/>
          </a:prstGeom>
          <a:noFill/>
          <a:ln cap="flat" cmpd="sng" w="12700">
            <a:solidFill>
              <a:srgbClr val="0A0A0A"/>
            </a:solidFill>
            <a:prstDash val="solid"/>
            <a:round/>
            <a:headEnd len="sm" w="sm" type="none"/>
            <a:tailEnd len="sm" w="sm" type="none"/>
          </a:ln>
        </p:spPr>
      </p:cxnSp>
      <p:cxnSp>
        <p:nvCxnSpPr>
          <p:cNvPr id="260" name="Google Shape;260;p5"/>
          <p:cNvCxnSpPr/>
          <p:nvPr/>
        </p:nvCxnSpPr>
        <p:spPr>
          <a:xfrm>
            <a:off x="365760" y="5833872"/>
            <a:ext cx="0" cy="201168"/>
          </a:xfrm>
          <a:prstGeom prst="straightConnector1">
            <a:avLst/>
          </a:prstGeom>
          <a:noFill/>
          <a:ln cap="flat" cmpd="sng" w="12700">
            <a:solidFill>
              <a:srgbClr val="0A0A0A"/>
            </a:solidFill>
            <a:prstDash val="solid"/>
            <a:round/>
            <a:headEnd len="sm" w="sm" type="none"/>
            <a:tailEnd len="sm" w="sm" type="none"/>
          </a:ln>
        </p:spPr>
      </p:cxnSp>
      <p:cxnSp>
        <p:nvCxnSpPr>
          <p:cNvPr id="261" name="Google Shape;261;p5"/>
          <p:cNvCxnSpPr/>
          <p:nvPr/>
        </p:nvCxnSpPr>
        <p:spPr>
          <a:xfrm>
            <a:off x="365760" y="6035040"/>
            <a:ext cx="201168" cy="0"/>
          </a:xfrm>
          <a:prstGeom prst="straightConnector1">
            <a:avLst/>
          </a:prstGeom>
          <a:noFill/>
          <a:ln cap="flat" cmpd="sng" w="12700">
            <a:solidFill>
              <a:srgbClr val="0A0A0A"/>
            </a:solidFill>
            <a:prstDash val="solid"/>
            <a:round/>
            <a:headEnd len="sm" w="sm" type="none"/>
            <a:tailEnd len="sm" w="sm" type="none"/>
          </a:ln>
        </p:spPr>
      </p:cxnSp>
      <p:cxnSp>
        <p:nvCxnSpPr>
          <p:cNvPr id="262" name="Google Shape;262;p5"/>
          <p:cNvCxnSpPr/>
          <p:nvPr/>
        </p:nvCxnSpPr>
        <p:spPr>
          <a:xfrm>
            <a:off x="2860929" y="6035040"/>
            <a:ext cx="201168" cy="0"/>
          </a:xfrm>
          <a:prstGeom prst="straightConnector1">
            <a:avLst/>
          </a:prstGeom>
          <a:noFill/>
          <a:ln cap="flat" cmpd="sng" w="12700">
            <a:solidFill>
              <a:srgbClr val="0A0A0A"/>
            </a:solidFill>
            <a:prstDash val="solid"/>
            <a:round/>
            <a:headEnd len="sm" w="sm" type="none"/>
            <a:tailEnd len="sm" w="sm" type="none"/>
          </a:ln>
        </p:spPr>
      </p:cxnSp>
      <p:cxnSp>
        <p:nvCxnSpPr>
          <p:cNvPr id="263" name="Google Shape;263;p5"/>
          <p:cNvCxnSpPr/>
          <p:nvPr/>
        </p:nvCxnSpPr>
        <p:spPr>
          <a:xfrm>
            <a:off x="3062097" y="5833872"/>
            <a:ext cx="0" cy="201168"/>
          </a:xfrm>
          <a:prstGeom prst="straightConnector1">
            <a:avLst/>
          </a:prstGeom>
          <a:noFill/>
          <a:ln cap="flat" cmpd="sng" w="12700">
            <a:solidFill>
              <a:srgbClr val="0A0A0A"/>
            </a:solidFill>
            <a:prstDash val="solid"/>
            <a:round/>
            <a:headEnd len="sm" w="sm" type="none"/>
            <a:tailEnd len="sm" w="sm" type="none"/>
          </a:ln>
        </p:spPr>
      </p:cxnSp>
      <p:sp>
        <p:nvSpPr>
          <p:cNvPr id="264" name="Google Shape;264;p5"/>
          <p:cNvSpPr/>
          <p:nvPr/>
        </p:nvSpPr>
        <p:spPr>
          <a:xfrm>
            <a:off x="685800" y="2788920"/>
            <a:ext cx="2056257"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PRODUCT</a:t>
            </a:r>
            <a:endParaRPr b="0" i="0" sz="1000" u="none" cap="none" strike="noStrike">
              <a:solidFill>
                <a:schemeClr val="dk1"/>
              </a:solidFill>
              <a:latin typeface="Calibri"/>
              <a:ea typeface="Calibri"/>
              <a:cs typeface="Calibri"/>
              <a:sym typeface="Calibri"/>
            </a:endParaRPr>
          </a:p>
        </p:txBody>
      </p:sp>
      <p:cxnSp>
        <p:nvCxnSpPr>
          <p:cNvPr id="265" name="Google Shape;265;p5"/>
          <p:cNvCxnSpPr/>
          <p:nvPr/>
        </p:nvCxnSpPr>
        <p:spPr>
          <a:xfrm>
            <a:off x="685800" y="3172968"/>
            <a:ext cx="411480" cy="0"/>
          </a:xfrm>
          <a:prstGeom prst="straightConnector1">
            <a:avLst/>
          </a:prstGeom>
          <a:noFill/>
          <a:ln cap="flat" cmpd="sng" w="12700">
            <a:solidFill>
              <a:srgbClr val="333333"/>
            </a:solidFill>
            <a:prstDash val="solid"/>
            <a:round/>
            <a:headEnd len="sm" w="sm" type="none"/>
            <a:tailEnd len="sm" w="sm" type="none"/>
          </a:ln>
        </p:spPr>
      </p:cxnSp>
      <p:sp>
        <p:nvSpPr>
          <p:cNvPr id="266" name="Google Shape;266;p5"/>
          <p:cNvSpPr/>
          <p:nvPr/>
        </p:nvSpPr>
        <p:spPr>
          <a:xfrm>
            <a:off x="685800" y="3337560"/>
            <a:ext cx="2056257"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200"/>
              <a:buFont typeface="Arial Black"/>
              <a:buNone/>
            </a:pPr>
            <a:r>
              <a:rPr b="1" i="0" lang="en-US" sz="3200" u="none" cap="none" strike="noStrike">
                <a:solidFill>
                  <a:srgbClr val="000000"/>
                </a:solidFill>
                <a:latin typeface="Arial Black"/>
                <a:ea typeface="Arial Black"/>
                <a:cs typeface="Arial Black"/>
                <a:sym typeface="Arial Black"/>
              </a:rPr>
              <a:t>Strong</a:t>
            </a:r>
            <a:endParaRPr b="0" i="0" sz="3200" u="none" cap="none" strike="noStrike">
              <a:solidFill>
                <a:schemeClr val="dk1"/>
              </a:solidFill>
              <a:latin typeface="Calibri"/>
              <a:ea typeface="Calibri"/>
              <a:cs typeface="Calibri"/>
              <a:sym typeface="Calibri"/>
            </a:endParaRPr>
          </a:p>
        </p:txBody>
      </p:sp>
      <p:sp>
        <p:nvSpPr>
          <p:cNvPr id="267" name="Google Shape;267;p5"/>
          <p:cNvSpPr/>
          <p:nvPr/>
        </p:nvSpPr>
        <p:spPr>
          <a:xfrm>
            <a:off x="685800" y="4526280"/>
            <a:ext cx="2056257" cy="1417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50"/>
              <a:buFont typeface="Arial"/>
              <a:buNone/>
            </a:pPr>
            <a:r>
              <a:rPr b="0" i="0" lang="en-US" sz="1250" u="none" cap="none" strike="noStrike">
                <a:solidFill>
                  <a:srgbClr val="374151"/>
                </a:solidFill>
                <a:latin typeface="Arial"/>
                <a:ea typeface="Arial"/>
                <a:cs typeface="Arial"/>
                <a:sym typeface="Arial"/>
              </a:rPr>
              <a:t>Differentiated AI built inside the traceability chain — not a chatbot bolted on.</a:t>
            </a:r>
            <a:endParaRPr b="0" i="0" sz="1250" u="none" cap="none" strike="noStrike">
              <a:solidFill>
                <a:schemeClr val="dk1"/>
              </a:solidFill>
              <a:latin typeface="Calibri"/>
              <a:ea typeface="Calibri"/>
              <a:cs typeface="Calibri"/>
              <a:sym typeface="Calibri"/>
            </a:endParaRPr>
          </a:p>
        </p:txBody>
      </p:sp>
      <p:cxnSp>
        <p:nvCxnSpPr>
          <p:cNvPr id="268" name="Google Shape;268;p5"/>
          <p:cNvCxnSpPr/>
          <p:nvPr/>
        </p:nvCxnSpPr>
        <p:spPr>
          <a:xfrm>
            <a:off x="3276981" y="2423160"/>
            <a:ext cx="2696337" cy="0"/>
          </a:xfrm>
          <a:prstGeom prst="straightConnector1">
            <a:avLst/>
          </a:prstGeom>
          <a:noFill/>
          <a:ln cap="flat" cmpd="sng" w="9525">
            <a:solidFill>
              <a:srgbClr val="D1D5DB"/>
            </a:solidFill>
            <a:prstDash val="solid"/>
            <a:round/>
            <a:headEnd len="sm" w="sm" type="none"/>
            <a:tailEnd len="sm" w="sm" type="none"/>
          </a:ln>
        </p:spPr>
      </p:cxnSp>
      <p:cxnSp>
        <p:nvCxnSpPr>
          <p:cNvPr id="269" name="Google Shape;269;p5"/>
          <p:cNvCxnSpPr/>
          <p:nvPr/>
        </p:nvCxnSpPr>
        <p:spPr>
          <a:xfrm>
            <a:off x="3276981" y="6035040"/>
            <a:ext cx="2696337" cy="0"/>
          </a:xfrm>
          <a:prstGeom prst="straightConnector1">
            <a:avLst/>
          </a:prstGeom>
          <a:noFill/>
          <a:ln cap="flat" cmpd="sng" w="9525">
            <a:solidFill>
              <a:srgbClr val="D1D5DB"/>
            </a:solidFill>
            <a:prstDash val="solid"/>
            <a:round/>
            <a:headEnd len="sm" w="sm" type="none"/>
            <a:tailEnd len="sm" w="sm" type="none"/>
          </a:ln>
        </p:spPr>
      </p:cxnSp>
      <p:cxnSp>
        <p:nvCxnSpPr>
          <p:cNvPr id="270" name="Google Shape;270;p5"/>
          <p:cNvCxnSpPr/>
          <p:nvPr/>
        </p:nvCxnSpPr>
        <p:spPr>
          <a:xfrm>
            <a:off x="3276981" y="2423160"/>
            <a:ext cx="0" cy="3611880"/>
          </a:xfrm>
          <a:prstGeom prst="straightConnector1">
            <a:avLst/>
          </a:prstGeom>
          <a:noFill/>
          <a:ln cap="flat" cmpd="sng" w="9525">
            <a:solidFill>
              <a:srgbClr val="D1D5DB"/>
            </a:solidFill>
            <a:prstDash val="solid"/>
            <a:round/>
            <a:headEnd len="sm" w="sm" type="none"/>
            <a:tailEnd len="sm" w="sm" type="none"/>
          </a:ln>
        </p:spPr>
      </p:cxnSp>
      <p:cxnSp>
        <p:nvCxnSpPr>
          <p:cNvPr id="271" name="Google Shape;271;p5"/>
          <p:cNvCxnSpPr/>
          <p:nvPr/>
        </p:nvCxnSpPr>
        <p:spPr>
          <a:xfrm>
            <a:off x="5973318" y="2423160"/>
            <a:ext cx="0" cy="3611880"/>
          </a:xfrm>
          <a:prstGeom prst="straightConnector1">
            <a:avLst/>
          </a:prstGeom>
          <a:noFill/>
          <a:ln cap="flat" cmpd="sng" w="9525">
            <a:solidFill>
              <a:srgbClr val="D1D5DB"/>
            </a:solidFill>
            <a:prstDash val="solid"/>
            <a:round/>
            <a:headEnd len="sm" w="sm" type="none"/>
            <a:tailEnd len="sm" w="sm" type="none"/>
          </a:ln>
        </p:spPr>
      </p:cxnSp>
      <p:cxnSp>
        <p:nvCxnSpPr>
          <p:cNvPr id="272" name="Google Shape;272;p5"/>
          <p:cNvCxnSpPr/>
          <p:nvPr/>
        </p:nvCxnSpPr>
        <p:spPr>
          <a:xfrm>
            <a:off x="3276981" y="2423160"/>
            <a:ext cx="201168" cy="0"/>
          </a:xfrm>
          <a:prstGeom prst="straightConnector1">
            <a:avLst/>
          </a:prstGeom>
          <a:noFill/>
          <a:ln cap="flat" cmpd="sng" w="12700">
            <a:solidFill>
              <a:srgbClr val="0A0A0A"/>
            </a:solidFill>
            <a:prstDash val="solid"/>
            <a:round/>
            <a:headEnd len="sm" w="sm" type="none"/>
            <a:tailEnd len="sm" w="sm" type="none"/>
          </a:ln>
        </p:spPr>
      </p:cxnSp>
      <p:cxnSp>
        <p:nvCxnSpPr>
          <p:cNvPr id="273" name="Google Shape;273;p5"/>
          <p:cNvCxnSpPr/>
          <p:nvPr/>
        </p:nvCxnSpPr>
        <p:spPr>
          <a:xfrm>
            <a:off x="3276981" y="2423160"/>
            <a:ext cx="0" cy="201168"/>
          </a:xfrm>
          <a:prstGeom prst="straightConnector1">
            <a:avLst/>
          </a:prstGeom>
          <a:noFill/>
          <a:ln cap="flat" cmpd="sng" w="12700">
            <a:solidFill>
              <a:srgbClr val="0A0A0A"/>
            </a:solidFill>
            <a:prstDash val="solid"/>
            <a:round/>
            <a:headEnd len="sm" w="sm" type="none"/>
            <a:tailEnd len="sm" w="sm" type="none"/>
          </a:ln>
        </p:spPr>
      </p:cxnSp>
      <p:cxnSp>
        <p:nvCxnSpPr>
          <p:cNvPr id="274" name="Google Shape;274;p5"/>
          <p:cNvCxnSpPr/>
          <p:nvPr/>
        </p:nvCxnSpPr>
        <p:spPr>
          <a:xfrm>
            <a:off x="5772150" y="2423160"/>
            <a:ext cx="201168" cy="0"/>
          </a:xfrm>
          <a:prstGeom prst="straightConnector1">
            <a:avLst/>
          </a:prstGeom>
          <a:noFill/>
          <a:ln cap="flat" cmpd="sng" w="12700">
            <a:solidFill>
              <a:srgbClr val="0A0A0A"/>
            </a:solidFill>
            <a:prstDash val="solid"/>
            <a:round/>
            <a:headEnd len="sm" w="sm" type="none"/>
            <a:tailEnd len="sm" w="sm" type="none"/>
          </a:ln>
        </p:spPr>
      </p:cxnSp>
      <p:cxnSp>
        <p:nvCxnSpPr>
          <p:cNvPr id="275" name="Google Shape;275;p5"/>
          <p:cNvCxnSpPr/>
          <p:nvPr/>
        </p:nvCxnSpPr>
        <p:spPr>
          <a:xfrm>
            <a:off x="5973318" y="2423160"/>
            <a:ext cx="0" cy="201168"/>
          </a:xfrm>
          <a:prstGeom prst="straightConnector1">
            <a:avLst/>
          </a:prstGeom>
          <a:noFill/>
          <a:ln cap="flat" cmpd="sng" w="12700">
            <a:solidFill>
              <a:srgbClr val="0A0A0A"/>
            </a:solidFill>
            <a:prstDash val="solid"/>
            <a:round/>
            <a:headEnd len="sm" w="sm" type="none"/>
            <a:tailEnd len="sm" w="sm" type="none"/>
          </a:ln>
        </p:spPr>
      </p:cxnSp>
      <p:cxnSp>
        <p:nvCxnSpPr>
          <p:cNvPr id="276" name="Google Shape;276;p5"/>
          <p:cNvCxnSpPr/>
          <p:nvPr/>
        </p:nvCxnSpPr>
        <p:spPr>
          <a:xfrm>
            <a:off x="3276981" y="5833872"/>
            <a:ext cx="0" cy="201168"/>
          </a:xfrm>
          <a:prstGeom prst="straightConnector1">
            <a:avLst/>
          </a:prstGeom>
          <a:noFill/>
          <a:ln cap="flat" cmpd="sng" w="12700">
            <a:solidFill>
              <a:srgbClr val="0A0A0A"/>
            </a:solidFill>
            <a:prstDash val="solid"/>
            <a:round/>
            <a:headEnd len="sm" w="sm" type="none"/>
            <a:tailEnd len="sm" w="sm" type="none"/>
          </a:ln>
        </p:spPr>
      </p:cxnSp>
      <p:cxnSp>
        <p:nvCxnSpPr>
          <p:cNvPr id="277" name="Google Shape;277;p5"/>
          <p:cNvCxnSpPr/>
          <p:nvPr/>
        </p:nvCxnSpPr>
        <p:spPr>
          <a:xfrm>
            <a:off x="3276981" y="6035040"/>
            <a:ext cx="201168" cy="0"/>
          </a:xfrm>
          <a:prstGeom prst="straightConnector1">
            <a:avLst/>
          </a:prstGeom>
          <a:noFill/>
          <a:ln cap="flat" cmpd="sng" w="12700">
            <a:solidFill>
              <a:srgbClr val="0A0A0A"/>
            </a:solidFill>
            <a:prstDash val="solid"/>
            <a:round/>
            <a:headEnd len="sm" w="sm" type="none"/>
            <a:tailEnd len="sm" w="sm" type="none"/>
          </a:ln>
        </p:spPr>
      </p:cxnSp>
      <p:cxnSp>
        <p:nvCxnSpPr>
          <p:cNvPr id="278" name="Google Shape;278;p5"/>
          <p:cNvCxnSpPr/>
          <p:nvPr/>
        </p:nvCxnSpPr>
        <p:spPr>
          <a:xfrm>
            <a:off x="5772150" y="6035040"/>
            <a:ext cx="201168" cy="0"/>
          </a:xfrm>
          <a:prstGeom prst="straightConnector1">
            <a:avLst/>
          </a:prstGeom>
          <a:noFill/>
          <a:ln cap="flat" cmpd="sng" w="12700">
            <a:solidFill>
              <a:srgbClr val="0A0A0A"/>
            </a:solidFill>
            <a:prstDash val="solid"/>
            <a:round/>
            <a:headEnd len="sm" w="sm" type="none"/>
            <a:tailEnd len="sm" w="sm" type="none"/>
          </a:ln>
        </p:spPr>
      </p:cxnSp>
      <p:cxnSp>
        <p:nvCxnSpPr>
          <p:cNvPr id="279" name="Google Shape;279;p5"/>
          <p:cNvCxnSpPr/>
          <p:nvPr/>
        </p:nvCxnSpPr>
        <p:spPr>
          <a:xfrm>
            <a:off x="5973318" y="5833872"/>
            <a:ext cx="0" cy="201168"/>
          </a:xfrm>
          <a:prstGeom prst="straightConnector1">
            <a:avLst/>
          </a:prstGeom>
          <a:noFill/>
          <a:ln cap="flat" cmpd="sng" w="12700">
            <a:solidFill>
              <a:srgbClr val="0A0A0A"/>
            </a:solidFill>
            <a:prstDash val="solid"/>
            <a:round/>
            <a:headEnd len="sm" w="sm" type="none"/>
            <a:tailEnd len="sm" w="sm" type="none"/>
          </a:ln>
        </p:spPr>
      </p:cxnSp>
      <p:sp>
        <p:nvSpPr>
          <p:cNvPr id="280" name="Google Shape;280;p5"/>
          <p:cNvSpPr/>
          <p:nvPr/>
        </p:nvSpPr>
        <p:spPr>
          <a:xfrm>
            <a:off x="3597021" y="2788920"/>
            <a:ext cx="2056257"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LINKEDIN</a:t>
            </a:r>
            <a:endParaRPr b="0" i="0" sz="1000" u="none" cap="none" strike="noStrike">
              <a:solidFill>
                <a:schemeClr val="dk1"/>
              </a:solidFill>
              <a:latin typeface="Calibri"/>
              <a:ea typeface="Calibri"/>
              <a:cs typeface="Calibri"/>
              <a:sym typeface="Calibri"/>
            </a:endParaRPr>
          </a:p>
        </p:txBody>
      </p:sp>
      <p:cxnSp>
        <p:nvCxnSpPr>
          <p:cNvPr id="281" name="Google Shape;281;p5"/>
          <p:cNvCxnSpPr/>
          <p:nvPr/>
        </p:nvCxnSpPr>
        <p:spPr>
          <a:xfrm>
            <a:off x="3597021" y="3172968"/>
            <a:ext cx="411480" cy="0"/>
          </a:xfrm>
          <a:prstGeom prst="straightConnector1">
            <a:avLst/>
          </a:prstGeom>
          <a:noFill/>
          <a:ln cap="flat" cmpd="sng" w="12700">
            <a:solidFill>
              <a:srgbClr val="333333"/>
            </a:solidFill>
            <a:prstDash val="solid"/>
            <a:round/>
            <a:headEnd len="sm" w="sm" type="none"/>
            <a:tailEnd len="sm" w="sm" type="none"/>
          </a:ln>
        </p:spPr>
      </p:cxnSp>
      <p:sp>
        <p:nvSpPr>
          <p:cNvPr id="282" name="Google Shape;282;p5"/>
          <p:cNvSpPr/>
          <p:nvPr/>
        </p:nvSpPr>
        <p:spPr>
          <a:xfrm>
            <a:off x="3597021" y="3337560"/>
            <a:ext cx="2056257"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200"/>
              <a:buFont typeface="Arial Black"/>
              <a:buNone/>
            </a:pPr>
            <a:r>
              <a:rPr b="1" i="0" lang="en-US" sz="3200" u="none" cap="none" strike="noStrike">
                <a:solidFill>
                  <a:srgbClr val="000000"/>
                </a:solidFill>
                <a:latin typeface="Arial Black"/>
                <a:ea typeface="Arial Black"/>
                <a:cs typeface="Arial Black"/>
                <a:sym typeface="Arial Black"/>
              </a:rPr>
              <a:t>Limited</a:t>
            </a:r>
            <a:endParaRPr b="0" i="0" sz="3200" u="none" cap="none" strike="noStrike">
              <a:solidFill>
                <a:schemeClr val="dk1"/>
              </a:solidFill>
              <a:latin typeface="Calibri"/>
              <a:ea typeface="Calibri"/>
              <a:cs typeface="Calibri"/>
              <a:sym typeface="Calibri"/>
            </a:endParaRPr>
          </a:p>
        </p:txBody>
      </p:sp>
      <p:sp>
        <p:nvSpPr>
          <p:cNvPr id="283" name="Google Shape;283;p5"/>
          <p:cNvSpPr/>
          <p:nvPr/>
        </p:nvSpPr>
        <p:spPr>
          <a:xfrm>
            <a:off x="3597021" y="4526280"/>
            <a:ext cx="2056257" cy="1417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50"/>
              <a:buFont typeface="Arial"/>
              <a:buNone/>
            </a:pPr>
            <a:r>
              <a:rPr b="0" i="0" lang="en-US" sz="1250" u="none" cap="none" strike="noStrike">
                <a:solidFill>
                  <a:srgbClr val="374151"/>
                </a:solidFill>
                <a:latin typeface="Arial"/>
                <a:ea typeface="Arial"/>
                <a:cs typeface="Arial"/>
                <a:sym typeface="Arial"/>
              </a:rPr>
              <a:t>Reach into the actual ICP — systems engineers and technical leaders — is thin.</a:t>
            </a:r>
            <a:endParaRPr b="0" i="0" sz="1250" u="none" cap="none" strike="noStrike">
              <a:solidFill>
                <a:schemeClr val="dk1"/>
              </a:solidFill>
              <a:latin typeface="Calibri"/>
              <a:ea typeface="Calibri"/>
              <a:cs typeface="Calibri"/>
              <a:sym typeface="Calibri"/>
            </a:endParaRPr>
          </a:p>
        </p:txBody>
      </p:sp>
      <p:cxnSp>
        <p:nvCxnSpPr>
          <p:cNvPr id="284" name="Google Shape;284;p5"/>
          <p:cNvCxnSpPr/>
          <p:nvPr/>
        </p:nvCxnSpPr>
        <p:spPr>
          <a:xfrm>
            <a:off x="6188202" y="2423160"/>
            <a:ext cx="2696337" cy="0"/>
          </a:xfrm>
          <a:prstGeom prst="straightConnector1">
            <a:avLst/>
          </a:prstGeom>
          <a:noFill/>
          <a:ln cap="flat" cmpd="sng" w="9525">
            <a:solidFill>
              <a:srgbClr val="D1D5DB"/>
            </a:solidFill>
            <a:prstDash val="solid"/>
            <a:round/>
            <a:headEnd len="sm" w="sm" type="none"/>
            <a:tailEnd len="sm" w="sm" type="none"/>
          </a:ln>
        </p:spPr>
      </p:cxnSp>
      <p:cxnSp>
        <p:nvCxnSpPr>
          <p:cNvPr id="285" name="Google Shape;285;p5"/>
          <p:cNvCxnSpPr/>
          <p:nvPr/>
        </p:nvCxnSpPr>
        <p:spPr>
          <a:xfrm>
            <a:off x="6188202" y="6035040"/>
            <a:ext cx="2696337" cy="0"/>
          </a:xfrm>
          <a:prstGeom prst="straightConnector1">
            <a:avLst/>
          </a:prstGeom>
          <a:noFill/>
          <a:ln cap="flat" cmpd="sng" w="9525">
            <a:solidFill>
              <a:srgbClr val="D1D5DB"/>
            </a:solidFill>
            <a:prstDash val="solid"/>
            <a:round/>
            <a:headEnd len="sm" w="sm" type="none"/>
            <a:tailEnd len="sm" w="sm" type="none"/>
          </a:ln>
        </p:spPr>
      </p:cxnSp>
      <p:cxnSp>
        <p:nvCxnSpPr>
          <p:cNvPr id="286" name="Google Shape;286;p5"/>
          <p:cNvCxnSpPr/>
          <p:nvPr/>
        </p:nvCxnSpPr>
        <p:spPr>
          <a:xfrm>
            <a:off x="6188202" y="2423160"/>
            <a:ext cx="0" cy="3611880"/>
          </a:xfrm>
          <a:prstGeom prst="straightConnector1">
            <a:avLst/>
          </a:prstGeom>
          <a:noFill/>
          <a:ln cap="flat" cmpd="sng" w="9525">
            <a:solidFill>
              <a:srgbClr val="D1D5DB"/>
            </a:solidFill>
            <a:prstDash val="solid"/>
            <a:round/>
            <a:headEnd len="sm" w="sm" type="none"/>
            <a:tailEnd len="sm" w="sm" type="none"/>
          </a:ln>
        </p:spPr>
      </p:cxnSp>
      <p:cxnSp>
        <p:nvCxnSpPr>
          <p:cNvPr id="287" name="Google Shape;287;p5"/>
          <p:cNvCxnSpPr/>
          <p:nvPr/>
        </p:nvCxnSpPr>
        <p:spPr>
          <a:xfrm>
            <a:off x="8884539" y="2423160"/>
            <a:ext cx="0" cy="3611880"/>
          </a:xfrm>
          <a:prstGeom prst="straightConnector1">
            <a:avLst/>
          </a:prstGeom>
          <a:noFill/>
          <a:ln cap="flat" cmpd="sng" w="9525">
            <a:solidFill>
              <a:srgbClr val="D1D5DB"/>
            </a:solidFill>
            <a:prstDash val="solid"/>
            <a:round/>
            <a:headEnd len="sm" w="sm" type="none"/>
            <a:tailEnd len="sm" w="sm" type="none"/>
          </a:ln>
        </p:spPr>
      </p:cxnSp>
      <p:cxnSp>
        <p:nvCxnSpPr>
          <p:cNvPr id="288" name="Google Shape;288;p5"/>
          <p:cNvCxnSpPr/>
          <p:nvPr/>
        </p:nvCxnSpPr>
        <p:spPr>
          <a:xfrm>
            <a:off x="6188202" y="2423160"/>
            <a:ext cx="201168" cy="0"/>
          </a:xfrm>
          <a:prstGeom prst="straightConnector1">
            <a:avLst/>
          </a:prstGeom>
          <a:noFill/>
          <a:ln cap="flat" cmpd="sng" w="12700">
            <a:solidFill>
              <a:srgbClr val="0A0A0A"/>
            </a:solidFill>
            <a:prstDash val="solid"/>
            <a:round/>
            <a:headEnd len="sm" w="sm" type="none"/>
            <a:tailEnd len="sm" w="sm" type="none"/>
          </a:ln>
        </p:spPr>
      </p:cxnSp>
      <p:cxnSp>
        <p:nvCxnSpPr>
          <p:cNvPr id="289" name="Google Shape;289;p5"/>
          <p:cNvCxnSpPr/>
          <p:nvPr/>
        </p:nvCxnSpPr>
        <p:spPr>
          <a:xfrm>
            <a:off x="6188202" y="2423160"/>
            <a:ext cx="0" cy="201168"/>
          </a:xfrm>
          <a:prstGeom prst="straightConnector1">
            <a:avLst/>
          </a:prstGeom>
          <a:noFill/>
          <a:ln cap="flat" cmpd="sng" w="12700">
            <a:solidFill>
              <a:srgbClr val="0A0A0A"/>
            </a:solidFill>
            <a:prstDash val="solid"/>
            <a:round/>
            <a:headEnd len="sm" w="sm" type="none"/>
            <a:tailEnd len="sm" w="sm" type="none"/>
          </a:ln>
        </p:spPr>
      </p:cxnSp>
      <p:cxnSp>
        <p:nvCxnSpPr>
          <p:cNvPr id="290" name="Google Shape;290;p5"/>
          <p:cNvCxnSpPr/>
          <p:nvPr/>
        </p:nvCxnSpPr>
        <p:spPr>
          <a:xfrm>
            <a:off x="8683371" y="2423160"/>
            <a:ext cx="201168" cy="0"/>
          </a:xfrm>
          <a:prstGeom prst="straightConnector1">
            <a:avLst/>
          </a:prstGeom>
          <a:noFill/>
          <a:ln cap="flat" cmpd="sng" w="12700">
            <a:solidFill>
              <a:srgbClr val="0A0A0A"/>
            </a:solidFill>
            <a:prstDash val="solid"/>
            <a:round/>
            <a:headEnd len="sm" w="sm" type="none"/>
            <a:tailEnd len="sm" w="sm" type="none"/>
          </a:ln>
        </p:spPr>
      </p:cxnSp>
      <p:cxnSp>
        <p:nvCxnSpPr>
          <p:cNvPr id="291" name="Google Shape;291;p5"/>
          <p:cNvCxnSpPr/>
          <p:nvPr/>
        </p:nvCxnSpPr>
        <p:spPr>
          <a:xfrm>
            <a:off x="8884539" y="2423160"/>
            <a:ext cx="0" cy="201168"/>
          </a:xfrm>
          <a:prstGeom prst="straightConnector1">
            <a:avLst/>
          </a:prstGeom>
          <a:noFill/>
          <a:ln cap="flat" cmpd="sng" w="12700">
            <a:solidFill>
              <a:srgbClr val="0A0A0A"/>
            </a:solidFill>
            <a:prstDash val="solid"/>
            <a:round/>
            <a:headEnd len="sm" w="sm" type="none"/>
            <a:tailEnd len="sm" w="sm" type="none"/>
          </a:ln>
        </p:spPr>
      </p:cxnSp>
      <p:cxnSp>
        <p:nvCxnSpPr>
          <p:cNvPr id="292" name="Google Shape;292;p5"/>
          <p:cNvCxnSpPr/>
          <p:nvPr/>
        </p:nvCxnSpPr>
        <p:spPr>
          <a:xfrm>
            <a:off x="6188202" y="5833872"/>
            <a:ext cx="0" cy="201168"/>
          </a:xfrm>
          <a:prstGeom prst="straightConnector1">
            <a:avLst/>
          </a:prstGeom>
          <a:noFill/>
          <a:ln cap="flat" cmpd="sng" w="12700">
            <a:solidFill>
              <a:srgbClr val="0A0A0A"/>
            </a:solidFill>
            <a:prstDash val="solid"/>
            <a:round/>
            <a:headEnd len="sm" w="sm" type="none"/>
            <a:tailEnd len="sm" w="sm" type="none"/>
          </a:ln>
        </p:spPr>
      </p:cxnSp>
      <p:cxnSp>
        <p:nvCxnSpPr>
          <p:cNvPr id="293" name="Google Shape;293;p5"/>
          <p:cNvCxnSpPr/>
          <p:nvPr/>
        </p:nvCxnSpPr>
        <p:spPr>
          <a:xfrm>
            <a:off x="6188202" y="6035040"/>
            <a:ext cx="201168" cy="0"/>
          </a:xfrm>
          <a:prstGeom prst="straightConnector1">
            <a:avLst/>
          </a:prstGeom>
          <a:noFill/>
          <a:ln cap="flat" cmpd="sng" w="12700">
            <a:solidFill>
              <a:srgbClr val="0A0A0A"/>
            </a:solidFill>
            <a:prstDash val="solid"/>
            <a:round/>
            <a:headEnd len="sm" w="sm" type="none"/>
            <a:tailEnd len="sm" w="sm" type="none"/>
          </a:ln>
        </p:spPr>
      </p:cxnSp>
      <p:cxnSp>
        <p:nvCxnSpPr>
          <p:cNvPr id="294" name="Google Shape;294;p5"/>
          <p:cNvCxnSpPr/>
          <p:nvPr/>
        </p:nvCxnSpPr>
        <p:spPr>
          <a:xfrm>
            <a:off x="8683371" y="6035040"/>
            <a:ext cx="201168" cy="0"/>
          </a:xfrm>
          <a:prstGeom prst="straightConnector1">
            <a:avLst/>
          </a:prstGeom>
          <a:noFill/>
          <a:ln cap="flat" cmpd="sng" w="12700">
            <a:solidFill>
              <a:srgbClr val="0A0A0A"/>
            </a:solidFill>
            <a:prstDash val="solid"/>
            <a:round/>
            <a:headEnd len="sm" w="sm" type="none"/>
            <a:tailEnd len="sm" w="sm" type="none"/>
          </a:ln>
        </p:spPr>
      </p:cxnSp>
      <p:cxnSp>
        <p:nvCxnSpPr>
          <p:cNvPr id="295" name="Google Shape;295;p5"/>
          <p:cNvCxnSpPr/>
          <p:nvPr/>
        </p:nvCxnSpPr>
        <p:spPr>
          <a:xfrm>
            <a:off x="8884539" y="5833872"/>
            <a:ext cx="0" cy="201168"/>
          </a:xfrm>
          <a:prstGeom prst="straightConnector1">
            <a:avLst/>
          </a:prstGeom>
          <a:noFill/>
          <a:ln cap="flat" cmpd="sng" w="12700">
            <a:solidFill>
              <a:srgbClr val="0A0A0A"/>
            </a:solidFill>
            <a:prstDash val="solid"/>
            <a:round/>
            <a:headEnd len="sm" w="sm" type="none"/>
            <a:tailEnd len="sm" w="sm" type="none"/>
          </a:ln>
        </p:spPr>
      </p:cxnSp>
      <p:sp>
        <p:nvSpPr>
          <p:cNvPr id="296" name="Google Shape;296;p5"/>
          <p:cNvSpPr/>
          <p:nvPr/>
        </p:nvSpPr>
        <p:spPr>
          <a:xfrm>
            <a:off x="6508242" y="2788920"/>
            <a:ext cx="2056257"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REDDIT</a:t>
            </a:r>
            <a:endParaRPr b="0" i="0" sz="1000" u="none" cap="none" strike="noStrike">
              <a:solidFill>
                <a:schemeClr val="dk1"/>
              </a:solidFill>
              <a:latin typeface="Calibri"/>
              <a:ea typeface="Calibri"/>
              <a:cs typeface="Calibri"/>
              <a:sym typeface="Calibri"/>
            </a:endParaRPr>
          </a:p>
        </p:txBody>
      </p:sp>
      <p:cxnSp>
        <p:nvCxnSpPr>
          <p:cNvPr id="297" name="Google Shape;297;p5"/>
          <p:cNvCxnSpPr/>
          <p:nvPr/>
        </p:nvCxnSpPr>
        <p:spPr>
          <a:xfrm>
            <a:off x="6508242" y="3172968"/>
            <a:ext cx="411480" cy="0"/>
          </a:xfrm>
          <a:prstGeom prst="straightConnector1">
            <a:avLst/>
          </a:prstGeom>
          <a:noFill/>
          <a:ln cap="flat" cmpd="sng" w="12700">
            <a:solidFill>
              <a:srgbClr val="333333"/>
            </a:solidFill>
            <a:prstDash val="solid"/>
            <a:round/>
            <a:headEnd len="sm" w="sm" type="none"/>
            <a:tailEnd len="sm" w="sm" type="none"/>
          </a:ln>
        </p:spPr>
      </p:cxnSp>
      <p:sp>
        <p:nvSpPr>
          <p:cNvPr id="298" name="Google Shape;298;p5"/>
          <p:cNvSpPr/>
          <p:nvPr/>
        </p:nvSpPr>
        <p:spPr>
          <a:xfrm>
            <a:off x="6508242" y="3337560"/>
            <a:ext cx="2056257"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200"/>
              <a:buFont typeface="Arial Black"/>
              <a:buNone/>
            </a:pPr>
            <a:r>
              <a:rPr b="1" i="0" lang="en-US" sz="3200" u="none" cap="none" strike="noStrike">
                <a:solidFill>
                  <a:srgbClr val="000000"/>
                </a:solidFill>
                <a:latin typeface="Arial Black"/>
                <a:ea typeface="Arial Black"/>
                <a:cs typeface="Arial Black"/>
                <a:sym typeface="Arial Black"/>
              </a:rPr>
              <a:t>Absent</a:t>
            </a:r>
            <a:endParaRPr b="0" i="0" sz="3200" u="none" cap="none" strike="noStrike">
              <a:solidFill>
                <a:schemeClr val="dk1"/>
              </a:solidFill>
              <a:latin typeface="Calibri"/>
              <a:ea typeface="Calibri"/>
              <a:cs typeface="Calibri"/>
              <a:sym typeface="Calibri"/>
            </a:endParaRPr>
          </a:p>
        </p:txBody>
      </p:sp>
      <p:sp>
        <p:nvSpPr>
          <p:cNvPr id="299" name="Google Shape;299;p5"/>
          <p:cNvSpPr/>
          <p:nvPr/>
        </p:nvSpPr>
        <p:spPr>
          <a:xfrm>
            <a:off x="6508242" y="4526280"/>
            <a:ext cx="2056257" cy="1417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50"/>
              <a:buFont typeface="Arial"/>
              <a:buNone/>
            </a:pPr>
            <a:r>
              <a:rPr b="0" i="0" lang="en-US" sz="1250" u="none" cap="none" strike="noStrike">
                <a:solidFill>
                  <a:srgbClr val="374151"/>
                </a:solidFill>
                <a:latin typeface="Arial"/>
                <a:ea typeface="Arial"/>
                <a:cs typeface="Arial"/>
                <a:sym typeface="Arial"/>
              </a:rPr>
              <a:t>Essentially no active, credible presence where the real conversations are happening.</a:t>
            </a:r>
            <a:endParaRPr b="0" i="0" sz="1250" u="none" cap="none" strike="noStrike">
              <a:solidFill>
                <a:schemeClr val="dk1"/>
              </a:solidFill>
              <a:latin typeface="Calibri"/>
              <a:ea typeface="Calibri"/>
              <a:cs typeface="Calibri"/>
              <a:sym typeface="Calibri"/>
            </a:endParaRPr>
          </a:p>
        </p:txBody>
      </p:sp>
      <p:cxnSp>
        <p:nvCxnSpPr>
          <p:cNvPr id="300" name="Google Shape;300;p5"/>
          <p:cNvCxnSpPr/>
          <p:nvPr/>
        </p:nvCxnSpPr>
        <p:spPr>
          <a:xfrm>
            <a:off x="9099423" y="2423160"/>
            <a:ext cx="2696337" cy="0"/>
          </a:xfrm>
          <a:prstGeom prst="straightConnector1">
            <a:avLst/>
          </a:prstGeom>
          <a:noFill/>
          <a:ln cap="flat" cmpd="sng" w="9525">
            <a:solidFill>
              <a:srgbClr val="D1D5DB"/>
            </a:solidFill>
            <a:prstDash val="solid"/>
            <a:round/>
            <a:headEnd len="sm" w="sm" type="none"/>
            <a:tailEnd len="sm" w="sm" type="none"/>
          </a:ln>
        </p:spPr>
      </p:cxnSp>
      <p:cxnSp>
        <p:nvCxnSpPr>
          <p:cNvPr id="301" name="Google Shape;301;p5"/>
          <p:cNvCxnSpPr/>
          <p:nvPr/>
        </p:nvCxnSpPr>
        <p:spPr>
          <a:xfrm>
            <a:off x="9099423" y="6035040"/>
            <a:ext cx="2696337" cy="0"/>
          </a:xfrm>
          <a:prstGeom prst="straightConnector1">
            <a:avLst/>
          </a:prstGeom>
          <a:noFill/>
          <a:ln cap="flat" cmpd="sng" w="9525">
            <a:solidFill>
              <a:srgbClr val="D1D5DB"/>
            </a:solidFill>
            <a:prstDash val="solid"/>
            <a:round/>
            <a:headEnd len="sm" w="sm" type="none"/>
            <a:tailEnd len="sm" w="sm" type="none"/>
          </a:ln>
        </p:spPr>
      </p:cxnSp>
      <p:cxnSp>
        <p:nvCxnSpPr>
          <p:cNvPr id="302" name="Google Shape;302;p5"/>
          <p:cNvCxnSpPr/>
          <p:nvPr/>
        </p:nvCxnSpPr>
        <p:spPr>
          <a:xfrm>
            <a:off x="9099423" y="2423160"/>
            <a:ext cx="0" cy="3611880"/>
          </a:xfrm>
          <a:prstGeom prst="straightConnector1">
            <a:avLst/>
          </a:prstGeom>
          <a:noFill/>
          <a:ln cap="flat" cmpd="sng" w="9525">
            <a:solidFill>
              <a:srgbClr val="D1D5DB"/>
            </a:solidFill>
            <a:prstDash val="solid"/>
            <a:round/>
            <a:headEnd len="sm" w="sm" type="none"/>
            <a:tailEnd len="sm" w="sm" type="none"/>
          </a:ln>
        </p:spPr>
      </p:cxnSp>
      <p:cxnSp>
        <p:nvCxnSpPr>
          <p:cNvPr id="303" name="Google Shape;303;p5"/>
          <p:cNvCxnSpPr/>
          <p:nvPr/>
        </p:nvCxnSpPr>
        <p:spPr>
          <a:xfrm>
            <a:off x="11795760" y="2423160"/>
            <a:ext cx="0" cy="3611880"/>
          </a:xfrm>
          <a:prstGeom prst="straightConnector1">
            <a:avLst/>
          </a:prstGeom>
          <a:noFill/>
          <a:ln cap="flat" cmpd="sng" w="9525">
            <a:solidFill>
              <a:srgbClr val="D1D5DB"/>
            </a:solidFill>
            <a:prstDash val="solid"/>
            <a:round/>
            <a:headEnd len="sm" w="sm" type="none"/>
            <a:tailEnd len="sm" w="sm" type="none"/>
          </a:ln>
        </p:spPr>
      </p:cxnSp>
      <p:cxnSp>
        <p:nvCxnSpPr>
          <p:cNvPr id="304" name="Google Shape;304;p5"/>
          <p:cNvCxnSpPr/>
          <p:nvPr/>
        </p:nvCxnSpPr>
        <p:spPr>
          <a:xfrm>
            <a:off x="9099423" y="2423160"/>
            <a:ext cx="201168" cy="0"/>
          </a:xfrm>
          <a:prstGeom prst="straightConnector1">
            <a:avLst/>
          </a:prstGeom>
          <a:noFill/>
          <a:ln cap="flat" cmpd="sng" w="12700">
            <a:solidFill>
              <a:srgbClr val="0A0A0A"/>
            </a:solidFill>
            <a:prstDash val="solid"/>
            <a:round/>
            <a:headEnd len="sm" w="sm" type="none"/>
            <a:tailEnd len="sm" w="sm" type="none"/>
          </a:ln>
        </p:spPr>
      </p:cxnSp>
      <p:cxnSp>
        <p:nvCxnSpPr>
          <p:cNvPr id="305" name="Google Shape;305;p5"/>
          <p:cNvCxnSpPr/>
          <p:nvPr/>
        </p:nvCxnSpPr>
        <p:spPr>
          <a:xfrm>
            <a:off x="9099423" y="2423160"/>
            <a:ext cx="0" cy="201168"/>
          </a:xfrm>
          <a:prstGeom prst="straightConnector1">
            <a:avLst/>
          </a:prstGeom>
          <a:noFill/>
          <a:ln cap="flat" cmpd="sng" w="12700">
            <a:solidFill>
              <a:srgbClr val="0A0A0A"/>
            </a:solidFill>
            <a:prstDash val="solid"/>
            <a:round/>
            <a:headEnd len="sm" w="sm" type="none"/>
            <a:tailEnd len="sm" w="sm" type="none"/>
          </a:ln>
        </p:spPr>
      </p:cxnSp>
      <p:cxnSp>
        <p:nvCxnSpPr>
          <p:cNvPr id="306" name="Google Shape;306;p5"/>
          <p:cNvCxnSpPr/>
          <p:nvPr/>
        </p:nvCxnSpPr>
        <p:spPr>
          <a:xfrm>
            <a:off x="11594592" y="2423160"/>
            <a:ext cx="201168" cy="0"/>
          </a:xfrm>
          <a:prstGeom prst="straightConnector1">
            <a:avLst/>
          </a:prstGeom>
          <a:noFill/>
          <a:ln cap="flat" cmpd="sng" w="12700">
            <a:solidFill>
              <a:srgbClr val="0A0A0A"/>
            </a:solidFill>
            <a:prstDash val="solid"/>
            <a:round/>
            <a:headEnd len="sm" w="sm" type="none"/>
            <a:tailEnd len="sm" w="sm" type="none"/>
          </a:ln>
        </p:spPr>
      </p:cxnSp>
      <p:cxnSp>
        <p:nvCxnSpPr>
          <p:cNvPr id="307" name="Google Shape;307;p5"/>
          <p:cNvCxnSpPr/>
          <p:nvPr/>
        </p:nvCxnSpPr>
        <p:spPr>
          <a:xfrm>
            <a:off x="11795760" y="2423160"/>
            <a:ext cx="0" cy="201168"/>
          </a:xfrm>
          <a:prstGeom prst="straightConnector1">
            <a:avLst/>
          </a:prstGeom>
          <a:noFill/>
          <a:ln cap="flat" cmpd="sng" w="12700">
            <a:solidFill>
              <a:srgbClr val="0A0A0A"/>
            </a:solidFill>
            <a:prstDash val="solid"/>
            <a:round/>
            <a:headEnd len="sm" w="sm" type="none"/>
            <a:tailEnd len="sm" w="sm" type="none"/>
          </a:ln>
        </p:spPr>
      </p:cxnSp>
      <p:cxnSp>
        <p:nvCxnSpPr>
          <p:cNvPr id="308" name="Google Shape;308;p5"/>
          <p:cNvCxnSpPr/>
          <p:nvPr/>
        </p:nvCxnSpPr>
        <p:spPr>
          <a:xfrm>
            <a:off x="9099423" y="5833872"/>
            <a:ext cx="0" cy="201168"/>
          </a:xfrm>
          <a:prstGeom prst="straightConnector1">
            <a:avLst/>
          </a:prstGeom>
          <a:noFill/>
          <a:ln cap="flat" cmpd="sng" w="12700">
            <a:solidFill>
              <a:srgbClr val="0A0A0A"/>
            </a:solidFill>
            <a:prstDash val="solid"/>
            <a:round/>
            <a:headEnd len="sm" w="sm" type="none"/>
            <a:tailEnd len="sm" w="sm" type="none"/>
          </a:ln>
        </p:spPr>
      </p:cxnSp>
      <p:cxnSp>
        <p:nvCxnSpPr>
          <p:cNvPr id="309" name="Google Shape;309;p5"/>
          <p:cNvCxnSpPr/>
          <p:nvPr/>
        </p:nvCxnSpPr>
        <p:spPr>
          <a:xfrm>
            <a:off x="9099423" y="6035040"/>
            <a:ext cx="201168" cy="0"/>
          </a:xfrm>
          <a:prstGeom prst="straightConnector1">
            <a:avLst/>
          </a:prstGeom>
          <a:noFill/>
          <a:ln cap="flat" cmpd="sng" w="12700">
            <a:solidFill>
              <a:srgbClr val="0A0A0A"/>
            </a:solidFill>
            <a:prstDash val="solid"/>
            <a:round/>
            <a:headEnd len="sm" w="sm" type="none"/>
            <a:tailEnd len="sm" w="sm" type="none"/>
          </a:ln>
        </p:spPr>
      </p:cxnSp>
      <p:cxnSp>
        <p:nvCxnSpPr>
          <p:cNvPr id="310" name="Google Shape;310;p5"/>
          <p:cNvCxnSpPr/>
          <p:nvPr/>
        </p:nvCxnSpPr>
        <p:spPr>
          <a:xfrm>
            <a:off x="11594592" y="6035040"/>
            <a:ext cx="201168" cy="0"/>
          </a:xfrm>
          <a:prstGeom prst="straightConnector1">
            <a:avLst/>
          </a:prstGeom>
          <a:noFill/>
          <a:ln cap="flat" cmpd="sng" w="12700">
            <a:solidFill>
              <a:srgbClr val="0A0A0A"/>
            </a:solidFill>
            <a:prstDash val="solid"/>
            <a:round/>
            <a:headEnd len="sm" w="sm" type="none"/>
            <a:tailEnd len="sm" w="sm" type="none"/>
          </a:ln>
        </p:spPr>
      </p:cxnSp>
      <p:cxnSp>
        <p:nvCxnSpPr>
          <p:cNvPr id="311" name="Google Shape;311;p5"/>
          <p:cNvCxnSpPr/>
          <p:nvPr/>
        </p:nvCxnSpPr>
        <p:spPr>
          <a:xfrm>
            <a:off x="11795760" y="5833872"/>
            <a:ext cx="0" cy="201168"/>
          </a:xfrm>
          <a:prstGeom prst="straightConnector1">
            <a:avLst/>
          </a:prstGeom>
          <a:noFill/>
          <a:ln cap="flat" cmpd="sng" w="12700">
            <a:solidFill>
              <a:srgbClr val="0A0A0A"/>
            </a:solidFill>
            <a:prstDash val="solid"/>
            <a:round/>
            <a:headEnd len="sm" w="sm" type="none"/>
            <a:tailEnd len="sm" w="sm" type="none"/>
          </a:ln>
        </p:spPr>
      </p:cxnSp>
      <p:sp>
        <p:nvSpPr>
          <p:cNvPr id="312" name="Google Shape;312;p5"/>
          <p:cNvSpPr/>
          <p:nvPr/>
        </p:nvSpPr>
        <p:spPr>
          <a:xfrm>
            <a:off x="9419463" y="2788920"/>
            <a:ext cx="2056257"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COMMUNITY</a:t>
            </a:r>
            <a:endParaRPr b="0" i="0" sz="1000" u="none" cap="none" strike="noStrike">
              <a:solidFill>
                <a:schemeClr val="dk1"/>
              </a:solidFill>
              <a:latin typeface="Calibri"/>
              <a:ea typeface="Calibri"/>
              <a:cs typeface="Calibri"/>
              <a:sym typeface="Calibri"/>
            </a:endParaRPr>
          </a:p>
        </p:txBody>
      </p:sp>
      <p:cxnSp>
        <p:nvCxnSpPr>
          <p:cNvPr id="313" name="Google Shape;313;p5"/>
          <p:cNvCxnSpPr/>
          <p:nvPr/>
        </p:nvCxnSpPr>
        <p:spPr>
          <a:xfrm>
            <a:off x="9419463" y="3172968"/>
            <a:ext cx="411480" cy="0"/>
          </a:xfrm>
          <a:prstGeom prst="straightConnector1">
            <a:avLst/>
          </a:prstGeom>
          <a:noFill/>
          <a:ln cap="flat" cmpd="sng" w="12700">
            <a:solidFill>
              <a:srgbClr val="333333"/>
            </a:solidFill>
            <a:prstDash val="solid"/>
            <a:round/>
            <a:headEnd len="sm" w="sm" type="none"/>
            <a:tailEnd len="sm" w="sm" type="none"/>
          </a:ln>
        </p:spPr>
      </p:cxnSp>
      <p:sp>
        <p:nvSpPr>
          <p:cNvPr id="314" name="Google Shape;314;p5"/>
          <p:cNvSpPr/>
          <p:nvPr/>
        </p:nvSpPr>
        <p:spPr>
          <a:xfrm>
            <a:off x="9419463" y="3337560"/>
            <a:ext cx="2056257"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200"/>
              <a:buFont typeface="Arial Black"/>
              <a:buNone/>
            </a:pPr>
            <a:r>
              <a:rPr b="1" i="0" lang="en-US" sz="3200" u="none" cap="none" strike="noStrike">
                <a:solidFill>
                  <a:srgbClr val="000000"/>
                </a:solidFill>
                <a:latin typeface="Arial Black"/>
                <a:ea typeface="Arial Black"/>
                <a:cs typeface="Arial Black"/>
                <a:sym typeface="Arial Black"/>
              </a:rPr>
              <a:t>Missing</a:t>
            </a:r>
            <a:endParaRPr b="0" i="0" sz="3200" u="none" cap="none" strike="noStrike">
              <a:solidFill>
                <a:schemeClr val="dk1"/>
              </a:solidFill>
              <a:latin typeface="Calibri"/>
              <a:ea typeface="Calibri"/>
              <a:cs typeface="Calibri"/>
              <a:sym typeface="Calibri"/>
            </a:endParaRPr>
          </a:p>
        </p:txBody>
      </p:sp>
      <p:sp>
        <p:nvSpPr>
          <p:cNvPr id="315" name="Google Shape;315;p5"/>
          <p:cNvSpPr/>
          <p:nvPr/>
        </p:nvSpPr>
        <p:spPr>
          <a:xfrm>
            <a:off x="9419463" y="4526280"/>
            <a:ext cx="2056257" cy="1417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50"/>
              <a:buFont typeface="Arial"/>
              <a:buNone/>
            </a:pPr>
            <a:r>
              <a:rPr b="0" i="0" lang="en-US" sz="1250" u="none" cap="none" strike="noStrike">
                <a:solidFill>
                  <a:srgbClr val="374151"/>
                </a:solidFill>
                <a:latin typeface="Arial"/>
                <a:ea typeface="Arial"/>
                <a:cs typeface="Arial"/>
                <a:sym typeface="Arial"/>
              </a:rPr>
              <a:t>No owned home base for systems engineers to gather, learn, and contribute.</a:t>
            </a:r>
            <a:endParaRPr b="0" i="0" sz="1250" u="none" cap="none" strike="noStrike">
              <a:solidFill>
                <a:schemeClr val="dk1"/>
              </a:solidFill>
              <a:latin typeface="Calibri"/>
              <a:ea typeface="Calibri"/>
              <a:cs typeface="Calibri"/>
              <a:sym typeface="Calibri"/>
            </a:endParaRPr>
          </a:p>
        </p:txBody>
      </p:sp>
      <p:sp>
        <p:nvSpPr>
          <p:cNvPr id="316" name="Google Shape;316;p5"/>
          <p:cNvSpPr/>
          <p:nvPr/>
        </p:nvSpPr>
        <p:spPr>
          <a:xfrm>
            <a:off x="457200" y="6263640"/>
            <a:ext cx="112471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400"/>
              <a:buFont typeface="Arial Black"/>
              <a:buNone/>
            </a:pPr>
            <a:r>
              <a:rPr b="0" i="1" lang="en-US" sz="1400" u="none" cap="none" strike="noStrike">
                <a:solidFill>
                  <a:srgbClr val="6B7280"/>
                </a:solidFill>
                <a:latin typeface="Arial Black"/>
                <a:ea typeface="Arial Black"/>
                <a:cs typeface="Arial Black"/>
                <a:sym typeface="Arial Black"/>
              </a:rPr>
              <a:t>The product is ready.  The voice isn't there yet.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1" name="Shape 321"/>
        <p:cNvGrpSpPr/>
        <p:nvPr/>
      </p:nvGrpSpPr>
      <p:grpSpPr>
        <a:xfrm>
          <a:off x="0" y="0"/>
          <a:ext cx="0" cy="0"/>
          <a:chOff x="0" y="0"/>
          <a:chExt cx="0" cy="0"/>
        </a:xfrm>
      </p:grpSpPr>
      <p:cxnSp>
        <p:nvCxnSpPr>
          <p:cNvPr id="322" name="Google Shape;322;p6"/>
          <p:cNvCxnSpPr/>
          <p:nvPr/>
        </p:nvCxnSpPr>
        <p:spPr>
          <a:xfrm>
            <a:off x="11247120" y="868680"/>
            <a:ext cx="502920" cy="182880"/>
          </a:xfrm>
          <a:prstGeom prst="straightConnector1">
            <a:avLst/>
          </a:prstGeom>
          <a:noFill/>
          <a:ln cap="flat" cmpd="sng" w="9525">
            <a:solidFill>
              <a:srgbClr val="9CA3AF"/>
            </a:solidFill>
            <a:prstDash val="solid"/>
            <a:round/>
            <a:headEnd len="sm" w="sm" type="none"/>
            <a:tailEnd len="sm" w="sm" type="none"/>
          </a:ln>
        </p:spPr>
      </p:cxnSp>
      <p:cxnSp>
        <p:nvCxnSpPr>
          <p:cNvPr id="323" name="Google Shape;323;p6"/>
          <p:cNvCxnSpPr/>
          <p:nvPr/>
        </p:nvCxnSpPr>
        <p:spPr>
          <a:xfrm flipH="1">
            <a:off x="11018520" y="868680"/>
            <a:ext cx="228600" cy="411480"/>
          </a:xfrm>
          <a:prstGeom prst="straightConnector1">
            <a:avLst/>
          </a:prstGeom>
          <a:noFill/>
          <a:ln cap="flat" cmpd="sng" w="9525">
            <a:solidFill>
              <a:srgbClr val="9CA3AF"/>
            </a:solidFill>
            <a:prstDash val="solid"/>
            <a:round/>
            <a:headEnd len="sm" w="sm" type="none"/>
            <a:tailEnd len="sm" w="sm" type="none"/>
          </a:ln>
        </p:spPr>
      </p:cxnSp>
      <p:cxnSp>
        <p:nvCxnSpPr>
          <p:cNvPr id="324" name="Google Shape;324;p6"/>
          <p:cNvCxnSpPr/>
          <p:nvPr/>
        </p:nvCxnSpPr>
        <p:spPr>
          <a:xfrm>
            <a:off x="11018520" y="1280160"/>
            <a:ext cx="457200" cy="137160"/>
          </a:xfrm>
          <a:prstGeom prst="straightConnector1">
            <a:avLst/>
          </a:prstGeom>
          <a:noFill/>
          <a:ln cap="flat" cmpd="sng" w="9525">
            <a:solidFill>
              <a:srgbClr val="9CA3AF"/>
            </a:solidFill>
            <a:prstDash val="solid"/>
            <a:round/>
            <a:headEnd len="sm" w="sm" type="none"/>
            <a:tailEnd len="sm" w="sm" type="none"/>
          </a:ln>
        </p:spPr>
      </p:cxnSp>
      <p:cxnSp>
        <p:nvCxnSpPr>
          <p:cNvPr id="325" name="Google Shape;325;p6"/>
          <p:cNvCxnSpPr/>
          <p:nvPr/>
        </p:nvCxnSpPr>
        <p:spPr>
          <a:xfrm flipH="1">
            <a:off x="11475720" y="1051560"/>
            <a:ext cx="274320" cy="365760"/>
          </a:xfrm>
          <a:prstGeom prst="straightConnector1">
            <a:avLst/>
          </a:prstGeom>
          <a:noFill/>
          <a:ln cap="flat" cmpd="sng" w="9525">
            <a:solidFill>
              <a:srgbClr val="9CA3AF"/>
            </a:solidFill>
            <a:prstDash val="solid"/>
            <a:round/>
            <a:headEnd len="sm" w="sm" type="none"/>
            <a:tailEnd len="sm" w="sm" type="none"/>
          </a:ln>
        </p:spPr>
      </p:cxnSp>
      <p:sp>
        <p:nvSpPr>
          <p:cNvPr id="326" name="Google Shape;326;p6"/>
          <p:cNvSpPr/>
          <p:nvPr/>
        </p:nvSpPr>
        <p:spPr>
          <a:xfrm>
            <a:off x="11210544" y="83210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6"/>
          <p:cNvSpPr/>
          <p:nvPr/>
        </p:nvSpPr>
        <p:spPr>
          <a:xfrm>
            <a:off x="11713464" y="101498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6"/>
          <p:cNvSpPr/>
          <p:nvPr/>
        </p:nvSpPr>
        <p:spPr>
          <a:xfrm>
            <a:off x="11439144" y="138074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6"/>
          <p:cNvSpPr/>
          <p:nvPr/>
        </p:nvSpPr>
        <p:spPr>
          <a:xfrm>
            <a:off x="10981944" y="124358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6"/>
          <p:cNvSpPr/>
          <p:nvPr/>
        </p:nvSpPr>
        <p:spPr>
          <a:xfrm>
            <a:off x="457200" y="27432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00"/>
              <a:buFont typeface="Courier New"/>
              <a:buNone/>
            </a:pPr>
            <a:r>
              <a:rPr b="1" i="0" lang="en-US" sz="1000" u="none" cap="none" strike="noStrike">
                <a:solidFill>
                  <a:srgbClr val="000000"/>
                </a:solidFill>
                <a:latin typeface="Courier New"/>
                <a:ea typeface="Courier New"/>
                <a:cs typeface="Courier New"/>
                <a:sym typeface="Courier New"/>
              </a:rPr>
              <a:t>TRACE.SPACE</a:t>
            </a:r>
            <a:endParaRPr b="0" i="0" sz="1000" u="none" cap="none" strike="noStrike">
              <a:solidFill>
                <a:schemeClr val="dk1"/>
              </a:solidFill>
              <a:latin typeface="Calibri"/>
              <a:ea typeface="Calibri"/>
              <a:cs typeface="Calibri"/>
              <a:sym typeface="Calibri"/>
            </a:endParaRPr>
          </a:p>
        </p:txBody>
      </p:sp>
      <p:sp>
        <p:nvSpPr>
          <p:cNvPr id="331" name="Google Shape;331;p6"/>
          <p:cNvSpPr/>
          <p:nvPr/>
        </p:nvSpPr>
        <p:spPr>
          <a:xfrm>
            <a:off x="10332720" y="274320"/>
            <a:ext cx="13716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ourier New"/>
              <a:buNone/>
            </a:pPr>
            <a:r>
              <a:rPr b="0" i="0" lang="en-US" sz="900" u="none" cap="none" strike="noStrike">
                <a:solidFill>
                  <a:srgbClr val="6B7280"/>
                </a:solidFill>
                <a:latin typeface="Courier New"/>
                <a:ea typeface="Courier New"/>
                <a:cs typeface="Courier New"/>
                <a:sym typeface="Courier New"/>
              </a:rPr>
              <a:t>03 / 07</a:t>
            </a:r>
            <a:endParaRPr b="0" i="0" sz="900" u="none" cap="none" strike="noStrike">
              <a:solidFill>
                <a:schemeClr val="dk1"/>
              </a:solidFill>
              <a:latin typeface="Calibri"/>
              <a:ea typeface="Calibri"/>
              <a:cs typeface="Calibri"/>
              <a:sym typeface="Calibri"/>
            </a:endParaRPr>
          </a:p>
        </p:txBody>
      </p:sp>
      <p:cxnSp>
        <p:nvCxnSpPr>
          <p:cNvPr id="332" name="Google Shape;332;p6"/>
          <p:cNvCxnSpPr/>
          <p:nvPr/>
        </p:nvCxnSpPr>
        <p:spPr>
          <a:xfrm>
            <a:off x="457200" y="594360"/>
            <a:ext cx="11274552" cy="0"/>
          </a:xfrm>
          <a:prstGeom prst="straightConnector1">
            <a:avLst/>
          </a:prstGeom>
          <a:noFill/>
          <a:ln cap="flat" cmpd="sng" w="9525">
            <a:solidFill>
              <a:srgbClr val="D1D5DB"/>
            </a:solidFill>
            <a:prstDash val="solid"/>
            <a:round/>
            <a:headEnd len="sm" w="sm" type="none"/>
            <a:tailEnd len="sm" w="sm" type="none"/>
          </a:ln>
        </p:spPr>
      </p:cxnSp>
      <p:cxnSp>
        <p:nvCxnSpPr>
          <p:cNvPr id="333" name="Google Shape;333;p6"/>
          <p:cNvCxnSpPr/>
          <p:nvPr/>
        </p:nvCxnSpPr>
        <p:spPr>
          <a:xfrm>
            <a:off x="365760" y="777240"/>
            <a:ext cx="11430000" cy="0"/>
          </a:xfrm>
          <a:prstGeom prst="straightConnector1">
            <a:avLst/>
          </a:prstGeom>
          <a:noFill/>
          <a:ln cap="flat" cmpd="sng" w="9525">
            <a:solidFill>
              <a:srgbClr val="D1D5DB"/>
            </a:solidFill>
            <a:prstDash val="solid"/>
            <a:round/>
            <a:headEnd len="sm" w="sm" type="none"/>
            <a:tailEnd len="sm" w="sm" type="none"/>
          </a:ln>
        </p:spPr>
      </p:cxnSp>
      <p:cxnSp>
        <p:nvCxnSpPr>
          <p:cNvPr id="334" name="Google Shape;334;p6"/>
          <p:cNvCxnSpPr/>
          <p:nvPr/>
        </p:nvCxnSpPr>
        <p:spPr>
          <a:xfrm>
            <a:off x="365760" y="1645920"/>
            <a:ext cx="11430000" cy="0"/>
          </a:xfrm>
          <a:prstGeom prst="straightConnector1">
            <a:avLst/>
          </a:prstGeom>
          <a:noFill/>
          <a:ln cap="flat" cmpd="sng" w="9525">
            <a:solidFill>
              <a:srgbClr val="D1D5DB"/>
            </a:solidFill>
            <a:prstDash val="solid"/>
            <a:round/>
            <a:headEnd len="sm" w="sm" type="none"/>
            <a:tailEnd len="sm" w="sm" type="none"/>
          </a:ln>
        </p:spPr>
      </p:cxnSp>
      <p:cxnSp>
        <p:nvCxnSpPr>
          <p:cNvPr id="335" name="Google Shape;335;p6"/>
          <p:cNvCxnSpPr/>
          <p:nvPr/>
        </p:nvCxnSpPr>
        <p:spPr>
          <a:xfrm>
            <a:off x="365760" y="777240"/>
            <a:ext cx="0" cy="868680"/>
          </a:xfrm>
          <a:prstGeom prst="straightConnector1">
            <a:avLst/>
          </a:prstGeom>
          <a:noFill/>
          <a:ln cap="flat" cmpd="sng" w="9525">
            <a:solidFill>
              <a:srgbClr val="D1D5DB"/>
            </a:solidFill>
            <a:prstDash val="solid"/>
            <a:round/>
            <a:headEnd len="sm" w="sm" type="none"/>
            <a:tailEnd len="sm" w="sm" type="none"/>
          </a:ln>
        </p:spPr>
      </p:cxnSp>
      <p:cxnSp>
        <p:nvCxnSpPr>
          <p:cNvPr id="336" name="Google Shape;336;p6"/>
          <p:cNvCxnSpPr/>
          <p:nvPr/>
        </p:nvCxnSpPr>
        <p:spPr>
          <a:xfrm>
            <a:off x="11795760" y="777240"/>
            <a:ext cx="0" cy="868680"/>
          </a:xfrm>
          <a:prstGeom prst="straightConnector1">
            <a:avLst/>
          </a:prstGeom>
          <a:noFill/>
          <a:ln cap="flat" cmpd="sng" w="9525">
            <a:solidFill>
              <a:srgbClr val="D1D5DB"/>
            </a:solidFill>
            <a:prstDash val="solid"/>
            <a:round/>
            <a:headEnd len="sm" w="sm" type="none"/>
            <a:tailEnd len="sm" w="sm" type="none"/>
          </a:ln>
        </p:spPr>
      </p:cxnSp>
      <p:cxnSp>
        <p:nvCxnSpPr>
          <p:cNvPr id="337" name="Google Shape;337;p6"/>
          <p:cNvCxnSpPr/>
          <p:nvPr/>
        </p:nvCxnSpPr>
        <p:spPr>
          <a:xfrm>
            <a:off x="365760" y="777240"/>
            <a:ext cx="201168" cy="0"/>
          </a:xfrm>
          <a:prstGeom prst="straightConnector1">
            <a:avLst/>
          </a:prstGeom>
          <a:noFill/>
          <a:ln cap="flat" cmpd="sng" w="12700">
            <a:solidFill>
              <a:srgbClr val="0A0A0A"/>
            </a:solidFill>
            <a:prstDash val="solid"/>
            <a:round/>
            <a:headEnd len="sm" w="sm" type="none"/>
            <a:tailEnd len="sm" w="sm" type="none"/>
          </a:ln>
        </p:spPr>
      </p:cxnSp>
      <p:cxnSp>
        <p:nvCxnSpPr>
          <p:cNvPr id="338" name="Google Shape;338;p6"/>
          <p:cNvCxnSpPr/>
          <p:nvPr/>
        </p:nvCxnSpPr>
        <p:spPr>
          <a:xfrm>
            <a:off x="365760" y="777240"/>
            <a:ext cx="0" cy="201168"/>
          </a:xfrm>
          <a:prstGeom prst="straightConnector1">
            <a:avLst/>
          </a:prstGeom>
          <a:noFill/>
          <a:ln cap="flat" cmpd="sng" w="12700">
            <a:solidFill>
              <a:srgbClr val="0A0A0A"/>
            </a:solidFill>
            <a:prstDash val="solid"/>
            <a:round/>
            <a:headEnd len="sm" w="sm" type="none"/>
            <a:tailEnd len="sm" w="sm" type="none"/>
          </a:ln>
        </p:spPr>
      </p:cxnSp>
      <p:cxnSp>
        <p:nvCxnSpPr>
          <p:cNvPr id="339" name="Google Shape;339;p6"/>
          <p:cNvCxnSpPr/>
          <p:nvPr/>
        </p:nvCxnSpPr>
        <p:spPr>
          <a:xfrm>
            <a:off x="11594592" y="777240"/>
            <a:ext cx="201168" cy="0"/>
          </a:xfrm>
          <a:prstGeom prst="straightConnector1">
            <a:avLst/>
          </a:prstGeom>
          <a:noFill/>
          <a:ln cap="flat" cmpd="sng" w="12700">
            <a:solidFill>
              <a:srgbClr val="0A0A0A"/>
            </a:solidFill>
            <a:prstDash val="solid"/>
            <a:round/>
            <a:headEnd len="sm" w="sm" type="none"/>
            <a:tailEnd len="sm" w="sm" type="none"/>
          </a:ln>
        </p:spPr>
      </p:cxnSp>
      <p:cxnSp>
        <p:nvCxnSpPr>
          <p:cNvPr id="340" name="Google Shape;340;p6"/>
          <p:cNvCxnSpPr/>
          <p:nvPr/>
        </p:nvCxnSpPr>
        <p:spPr>
          <a:xfrm>
            <a:off x="11795760" y="777240"/>
            <a:ext cx="0" cy="201168"/>
          </a:xfrm>
          <a:prstGeom prst="straightConnector1">
            <a:avLst/>
          </a:prstGeom>
          <a:noFill/>
          <a:ln cap="flat" cmpd="sng" w="12700">
            <a:solidFill>
              <a:srgbClr val="0A0A0A"/>
            </a:solidFill>
            <a:prstDash val="solid"/>
            <a:round/>
            <a:headEnd len="sm" w="sm" type="none"/>
            <a:tailEnd len="sm" w="sm" type="none"/>
          </a:ln>
        </p:spPr>
      </p:cxnSp>
      <p:cxnSp>
        <p:nvCxnSpPr>
          <p:cNvPr id="341" name="Google Shape;341;p6"/>
          <p:cNvCxnSpPr/>
          <p:nvPr/>
        </p:nvCxnSpPr>
        <p:spPr>
          <a:xfrm>
            <a:off x="365760" y="1444752"/>
            <a:ext cx="0" cy="201168"/>
          </a:xfrm>
          <a:prstGeom prst="straightConnector1">
            <a:avLst/>
          </a:prstGeom>
          <a:noFill/>
          <a:ln cap="flat" cmpd="sng" w="12700">
            <a:solidFill>
              <a:srgbClr val="0A0A0A"/>
            </a:solidFill>
            <a:prstDash val="solid"/>
            <a:round/>
            <a:headEnd len="sm" w="sm" type="none"/>
            <a:tailEnd len="sm" w="sm" type="none"/>
          </a:ln>
        </p:spPr>
      </p:cxnSp>
      <p:cxnSp>
        <p:nvCxnSpPr>
          <p:cNvPr id="342" name="Google Shape;342;p6"/>
          <p:cNvCxnSpPr/>
          <p:nvPr/>
        </p:nvCxnSpPr>
        <p:spPr>
          <a:xfrm>
            <a:off x="365760" y="1645920"/>
            <a:ext cx="201168" cy="0"/>
          </a:xfrm>
          <a:prstGeom prst="straightConnector1">
            <a:avLst/>
          </a:prstGeom>
          <a:noFill/>
          <a:ln cap="flat" cmpd="sng" w="12700">
            <a:solidFill>
              <a:srgbClr val="0A0A0A"/>
            </a:solidFill>
            <a:prstDash val="solid"/>
            <a:round/>
            <a:headEnd len="sm" w="sm" type="none"/>
            <a:tailEnd len="sm" w="sm" type="none"/>
          </a:ln>
        </p:spPr>
      </p:cxnSp>
      <p:cxnSp>
        <p:nvCxnSpPr>
          <p:cNvPr id="343" name="Google Shape;343;p6"/>
          <p:cNvCxnSpPr/>
          <p:nvPr/>
        </p:nvCxnSpPr>
        <p:spPr>
          <a:xfrm>
            <a:off x="11594592" y="1645920"/>
            <a:ext cx="201168" cy="0"/>
          </a:xfrm>
          <a:prstGeom prst="straightConnector1">
            <a:avLst/>
          </a:prstGeom>
          <a:noFill/>
          <a:ln cap="flat" cmpd="sng" w="12700">
            <a:solidFill>
              <a:srgbClr val="0A0A0A"/>
            </a:solidFill>
            <a:prstDash val="solid"/>
            <a:round/>
            <a:headEnd len="sm" w="sm" type="none"/>
            <a:tailEnd len="sm" w="sm" type="none"/>
          </a:ln>
        </p:spPr>
      </p:cxnSp>
      <p:cxnSp>
        <p:nvCxnSpPr>
          <p:cNvPr id="344" name="Google Shape;344;p6"/>
          <p:cNvCxnSpPr/>
          <p:nvPr/>
        </p:nvCxnSpPr>
        <p:spPr>
          <a:xfrm>
            <a:off x="11795760" y="1444752"/>
            <a:ext cx="0" cy="201168"/>
          </a:xfrm>
          <a:prstGeom prst="straightConnector1">
            <a:avLst/>
          </a:prstGeom>
          <a:noFill/>
          <a:ln cap="flat" cmpd="sng" w="12700">
            <a:solidFill>
              <a:srgbClr val="0A0A0A"/>
            </a:solidFill>
            <a:prstDash val="solid"/>
            <a:round/>
            <a:headEnd len="sm" w="sm" type="none"/>
            <a:tailEnd len="sm" w="sm" type="none"/>
          </a:ln>
        </p:spPr>
      </p:cxnSp>
      <p:sp>
        <p:nvSpPr>
          <p:cNvPr id="345" name="Google Shape;345;p6"/>
          <p:cNvSpPr/>
          <p:nvPr/>
        </p:nvSpPr>
        <p:spPr>
          <a:xfrm>
            <a:off x="457200" y="868680"/>
            <a:ext cx="112471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400"/>
              <a:buFont typeface="Arial Black"/>
              <a:buNone/>
            </a:pPr>
            <a:r>
              <a:rPr b="1" i="0" lang="en-US" sz="3400" u="none" cap="none" strike="noStrike">
                <a:solidFill>
                  <a:srgbClr val="000000"/>
                </a:solidFill>
                <a:latin typeface="Arial Black"/>
                <a:ea typeface="Arial Black"/>
                <a:cs typeface="Arial Black"/>
                <a:sym typeface="Arial Black"/>
              </a:rPr>
              <a:t>Campaign concept: #Trace the Rant</a:t>
            </a:r>
            <a:endParaRPr b="0" i="0" sz="3400" u="none" cap="none" strike="noStrike">
              <a:solidFill>
                <a:schemeClr val="dk1"/>
              </a:solidFill>
              <a:latin typeface="Calibri"/>
              <a:ea typeface="Calibri"/>
              <a:cs typeface="Calibri"/>
              <a:sym typeface="Calibri"/>
            </a:endParaRPr>
          </a:p>
        </p:txBody>
      </p:sp>
      <p:sp>
        <p:nvSpPr>
          <p:cNvPr id="346" name="Google Shape;346;p6"/>
          <p:cNvSpPr/>
          <p:nvPr/>
        </p:nvSpPr>
        <p:spPr>
          <a:xfrm>
            <a:off x="457200" y="1755648"/>
            <a:ext cx="11247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400"/>
              <a:buFont typeface="Courier New"/>
              <a:buNone/>
            </a:pPr>
            <a:r>
              <a:rPr b="1" i="0" lang="en-US" sz="1400" u="none" cap="none" strike="noStrike">
                <a:solidFill>
                  <a:srgbClr val="5B21B6"/>
                </a:solidFill>
                <a:latin typeface="Courier New"/>
                <a:ea typeface="Courier New"/>
                <a:cs typeface="Courier New"/>
                <a:sym typeface="Courier New"/>
              </a:rPr>
              <a:t>LISTEN.  TRANSLATE.  DEMONSTRATE.  INVITE.</a:t>
            </a:r>
            <a:endParaRPr b="0" i="0" sz="1400" u="none" cap="none" strike="noStrike">
              <a:solidFill>
                <a:schemeClr val="dk1"/>
              </a:solidFill>
              <a:latin typeface="Calibri"/>
              <a:ea typeface="Calibri"/>
              <a:cs typeface="Calibri"/>
              <a:sym typeface="Calibri"/>
            </a:endParaRPr>
          </a:p>
        </p:txBody>
      </p:sp>
      <p:cxnSp>
        <p:nvCxnSpPr>
          <p:cNvPr id="347" name="Google Shape;347;p6"/>
          <p:cNvCxnSpPr/>
          <p:nvPr/>
        </p:nvCxnSpPr>
        <p:spPr>
          <a:xfrm>
            <a:off x="365760" y="2377440"/>
            <a:ext cx="2696337" cy="0"/>
          </a:xfrm>
          <a:prstGeom prst="straightConnector1">
            <a:avLst/>
          </a:prstGeom>
          <a:noFill/>
          <a:ln cap="flat" cmpd="sng" w="9525">
            <a:solidFill>
              <a:srgbClr val="D1D5DB"/>
            </a:solidFill>
            <a:prstDash val="solid"/>
            <a:round/>
            <a:headEnd len="sm" w="sm" type="none"/>
            <a:tailEnd len="sm" w="sm" type="none"/>
          </a:ln>
        </p:spPr>
      </p:cxnSp>
      <p:cxnSp>
        <p:nvCxnSpPr>
          <p:cNvPr id="348" name="Google Shape;348;p6"/>
          <p:cNvCxnSpPr/>
          <p:nvPr/>
        </p:nvCxnSpPr>
        <p:spPr>
          <a:xfrm>
            <a:off x="365760" y="4206240"/>
            <a:ext cx="2696337" cy="0"/>
          </a:xfrm>
          <a:prstGeom prst="straightConnector1">
            <a:avLst/>
          </a:prstGeom>
          <a:noFill/>
          <a:ln cap="flat" cmpd="sng" w="9525">
            <a:solidFill>
              <a:srgbClr val="D1D5DB"/>
            </a:solidFill>
            <a:prstDash val="solid"/>
            <a:round/>
            <a:headEnd len="sm" w="sm" type="none"/>
            <a:tailEnd len="sm" w="sm" type="none"/>
          </a:ln>
        </p:spPr>
      </p:cxnSp>
      <p:cxnSp>
        <p:nvCxnSpPr>
          <p:cNvPr id="349" name="Google Shape;349;p6"/>
          <p:cNvCxnSpPr/>
          <p:nvPr/>
        </p:nvCxnSpPr>
        <p:spPr>
          <a:xfrm>
            <a:off x="365760" y="2377440"/>
            <a:ext cx="0" cy="1828800"/>
          </a:xfrm>
          <a:prstGeom prst="straightConnector1">
            <a:avLst/>
          </a:prstGeom>
          <a:noFill/>
          <a:ln cap="flat" cmpd="sng" w="9525">
            <a:solidFill>
              <a:srgbClr val="D1D5DB"/>
            </a:solidFill>
            <a:prstDash val="solid"/>
            <a:round/>
            <a:headEnd len="sm" w="sm" type="none"/>
            <a:tailEnd len="sm" w="sm" type="none"/>
          </a:ln>
        </p:spPr>
      </p:cxnSp>
      <p:cxnSp>
        <p:nvCxnSpPr>
          <p:cNvPr id="350" name="Google Shape;350;p6"/>
          <p:cNvCxnSpPr/>
          <p:nvPr/>
        </p:nvCxnSpPr>
        <p:spPr>
          <a:xfrm>
            <a:off x="3062097" y="2377440"/>
            <a:ext cx="0" cy="1828800"/>
          </a:xfrm>
          <a:prstGeom prst="straightConnector1">
            <a:avLst/>
          </a:prstGeom>
          <a:noFill/>
          <a:ln cap="flat" cmpd="sng" w="9525">
            <a:solidFill>
              <a:srgbClr val="D1D5DB"/>
            </a:solidFill>
            <a:prstDash val="solid"/>
            <a:round/>
            <a:headEnd len="sm" w="sm" type="none"/>
            <a:tailEnd len="sm" w="sm" type="none"/>
          </a:ln>
        </p:spPr>
      </p:cxnSp>
      <p:cxnSp>
        <p:nvCxnSpPr>
          <p:cNvPr id="351" name="Google Shape;351;p6"/>
          <p:cNvCxnSpPr/>
          <p:nvPr/>
        </p:nvCxnSpPr>
        <p:spPr>
          <a:xfrm>
            <a:off x="365760" y="2377440"/>
            <a:ext cx="164592" cy="0"/>
          </a:xfrm>
          <a:prstGeom prst="straightConnector1">
            <a:avLst/>
          </a:prstGeom>
          <a:noFill/>
          <a:ln cap="flat" cmpd="sng" w="12700">
            <a:solidFill>
              <a:srgbClr val="0A0A0A"/>
            </a:solidFill>
            <a:prstDash val="solid"/>
            <a:round/>
            <a:headEnd len="sm" w="sm" type="none"/>
            <a:tailEnd len="sm" w="sm" type="none"/>
          </a:ln>
        </p:spPr>
      </p:cxnSp>
      <p:cxnSp>
        <p:nvCxnSpPr>
          <p:cNvPr id="352" name="Google Shape;352;p6"/>
          <p:cNvCxnSpPr/>
          <p:nvPr/>
        </p:nvCxnSpPr>
        <p:spPr>
          <a:xfrm>
            <a:off x="365760" y="2377440"/>
            <a:ext cx="0" cy="164592"/>
          </a:xfrm>
          <a:prstGeom prst="straightConnector1">
            <a:avLst/>
          </a:prstGeom>
          <a:noFill/>
          <a:ln cap="flat" cmpd="sng" w="12700">
            <a:solidFill>
              <a:srgbClr val="0A0A0A"/>
            </a:solidFill>
            <a:prstDash val="solid"/>
            <a:round/>
            <a:headEnd len="sm" w="sm" type="none"/>
            <a:tailEnd len="sm" w="sm" type="none"/>
          </a:ln>
        </p:spPr>
      </p:cxnSp>
      <p:cxnSp>
        <p:nvCxnSpPr>
          <p:cNvPr id="353" name="Google Shape;353;p6"/>
          <p:cNvCxnSpPr/>
          <p:nvPr/>
        </p:nvCxnSpPr>
        <p:spPr>
          <a:xfrm>
            <a:off x="2897505" y="2377440"/>
            <a:ext cx="164592" cy="0"/>
          </a:xfrm>
          <a:prstGeom prst="straightConnector1">
            <a:avLst/>
          </a:prstGeom>
          <a:noFill/>
          <a:ln cap="flat" cmpd="sng" w="12700">
            <a:solidFill>
              <a:srgbClr val="0A0A0A"/>
            </a:solidFill>
            <a:prstDash val="solid"/>
            <a:round/>
            <a:headEnd len="sm" w="sm" type="none"/>
            <a:tailEnd len="sm" w="sm" type="none"/>
          </a:ln>
        </p:spPr>
      </p:cxnSp>
      <p:cxnSp>
        <p:nvCxnSpPr>
          <p:cNvPr id="354" name="Google Shape;354;p6"/>
          <p:cNvCxnSpPr/>
          <p:nvPr/>
        </p:nvCxnSpPr>
        <p:spPr>
          <a:xfrm>
            <a:off x="3062097" y="2377440"/>
            <a:ext cx="0" cy="164592"/>
          </a:xfrm>
          <a:prstGeom prst="straightConnector1">
            <a:avLst/>
          </a:prstGeom>
          <a:noFill/>
          <a:ln cap="flat" cmpd="sng" w="12700">
            <a:solidFill>
              <a:srgbClr val="0A0A0A"/>
            </a:solidFill>
            <a:prstDash val="solid"/>
            <a:round/>
            <a:headEnd len="sm" w="sm" type="none"/>
            <a:tailEnd len="sm" w="sm" type="none"/>
          </a:ln>
        </p:spPr>
      </p:cxnSp>
      <p:cxnSp>
        <p:nvCxnSpPr>
          <p:cNvPr id="355" name="Google Shape;355;p6"/>
          <p:cNvCxnSpPr/>
          <p:nvPr/>
        </p:nvCxnSpPr>
        <p:spPr>
          <a:xfrm>
            <a:off x="365760" y="4041648"/>
            <a:ext cx="0" cy="164592"/>
          </a:xfrm>
          <a:prstGeom prst="straightConnector1">
            <a:avLst/>
          </a:prstGeom>
          <a:noFill/>
          <a:ln cap="flat" cmpd="sng" w="12700">
            <a:solidFill>
              <a:srgbClr val="0A0A0A"/>
            </a:solidFill>
            <a:prstDash val="solid"/>
            <a:round/>
            <a:headEnd len="sm" w="sm" type="none"/>
            <a:tailEnd len="sm" w="sm" type="none"/>
          </a:ln>
        </p:spPr>
      </p:cxnSp>
      <p:cxnSp>
        <p:nvCxnSpPr>
          <p:cNvPr id="356" name="Google Shape;356;p6"/>
          <p:cNvCxnSpPr/>
          <p:nvPr/>
        </p:nvCxnSpPr>
        <p:spPr>
          <a:xfrm>
            <a:off x="365760" y="4206240"/>
            <a:ext cx="164592" cy="0"/>
          </a:xfrm>
          <a:prstGeom prst="straightConnector1">
            <a:avLst/>
          </a:prstGeom>
          <a:noFill/>
          <a:ln cap="flat" cmpd="sng" w="12700">
            <a:solidFill>
              <a:srgbClr val="0A0A0A"/>
            </a:solidFill>
            <a:prstDash val="solid"/>
            <a:round/>
            <a:headEnd len="sm" w="sm" type="none"/>
            <a:tailEnd len="sm" w="sm" type="none"/>
          </a:ln>
        </p:spPr>
      </p:cxnSp>
      <p:cxnSp>
        <p:nvCxnSpPr>
          <p:cNvPr id="357" name="Google Shape;357;p6"/>
          <p:cNvCxnSpPr/>
          <p:nvPr/>
        </p:nvCxnSpPr>
        <p:spPr>
          <a:xfrm>
            <a:off x="2897505" y="4206240"/>
            <a:ext cx="164592" cy="0"/>
          </a:xfrm>
          <a:prstGeom prst="straightConnector1">
            <a:avLst/>
          </a:prstGeom>
          <a:noFill/>
          <a:ln cap="flat" cmpd="sng" w="12700">
            <a:solidFill>
              <a:srgbClr val="0A0A0A"/>
            </a:solidFill>
            <a:prstDash val="solid"/>
            <a:round/>
            <a:headEnd len="sm" w="sm" type="none"/>
            <a:tailEnd len="sm" w="sm" type="none"/>
          </a:ln>
        </p:spPr>
      </p:cxnSp>
      <p:cxnSp>
        <p:nvCxnSpPr>
          <p:cNvPr id="358" name="Google Shape;358;p6"/>
          <p:cNvCxnSpPr/>
          <p:nvPr/>
        </p:nvCxnSpPr>
        <p:spPr>
          <a:xfrm>
            <a:off x="3062097" y="4041648"/>
            <a:ext cx="0" cy="164592"/>
          </a:xfrm>
          <a:prstGeom prst="straightConnector1">
            <a:avLst/>
          </a:prstGeom>
          <a:noFill/>
          <a:ln cap="flat" cmpd="sng" w="12700">
            <a:solidFill>
              <a:srgbClr val="0A0A0A"/>
            </a:solidFill>
            <a:prstDash val="solid"/>
            <a:round/>
            <a:headEnd len="sm" w="sm" type="none"/>
            <a:tailEnd len="sm" w="sm" type="none"/>
          </a:ln>
        </p:spPr>
      </p:cxnSp>
      <p:sp>
        <p:nvSpPr>
          <p:cNvPr id="359" name="Google Shape;359;p6"/>
          <p:cNvSpPr/>
          <p:nvPr/>
        </p:nvSpPr>
        <p:spPr>
          <a:xfrm>
            <a:off x="640080" y="2606040"/>
            <a:ext cx="914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100"/>
              <a:buFont typeface="Courier New"/>
              <a:buNone/>
            </a:pPr>
            <a:r>
              <a:rPr b="1" i="0" lang="en-US" sz="1100" u="none" cap="none" strike="noStrike">
                <a:solidFill>
                  <a:srgbClr val="5B21B6"/>
                </a:solidFill>
                <a:latin typeface="Courier New"/>
                <a:ea typeface="Courier New"/>
                <a:cs typeface="Courier New"/>
                <a:sym typeface="Courier New"/>
              </a:rPr>
              <a:t>01</a:t>
            </a:r>
            <a:endParaRPr b="0" i="0" sz="1100" u="none" cap="none" strike="noStrike">
              <a:solidFill>
                <a:schemeClr val="dk1"/>
              </a:solidFill>
              <a:latin typeface="Calibri"/>
              <a:ea typeface="Calibri"/>
              <a:cs typeface="Calibri"/>
              <a:sym typeface="Calibri"/>
            </a:endParaRPr>
          </a:p>
        </p:txBody>
      </p:sp>
      <p:sp>
        <p:nvSpPr>
          <p:cNvPr id="360" name="Google Shape;360;p6"/>
          <p:cNvSpPr/>
          <p:nvPr/>
        </p:nvSpPr>
        <p:spPr>
          <a:xfrm>
            <a:off x="640080" y="2926080"/>
            <a:ext cx="2147697"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Arial Black"/>
              <a:buNone/>
            </a:pPr>
            <a:r>
              <a:rPr b="1" i="0" lang="en-US" sz="2200" u="none" cap="none" strike="noStrike">
                <a:solidFill>
                  <a:srgbClr val="000000"/>
                </a:solidFill>
                <a:latin typeface="Arial Black"/>
                <a:ea typeface="Arial Black"/>
                <a:cs typeface="Arial Black"/>
                <a:sym typeface="Arial Black"/>
              </a:rPr>
              <a:t>Listen</a:t>
            </a:r>
            <a:endParaRPr b="0" i="0" sz="2200" u="none" cap="none" strike="noStrike">
              <a:solidFill>
                <a:schemeClr val="dk1"/>
              </a:solidFill>
              <a:latin typeface="Calibri"/>
              <a:ea typeface="Calibri"/>
              <a:cs typeface="Calibri"/>
              <a:sym typeface="Calibri"/>
            </a:endParaRPr>
          </a:p>
        </p:txBody>
      </p:sp>
      <p:sp>
        <p:nvSpPr>
          <p:cNvPr id="361" name="Google Shape;361;p6"/>
          <p:cNvSpPr/>
          <p:nvPr/>
        </p:nvSpPr>
        <p:spPr>
          <a:xfrm>
            <a:off x="640080" y="3474720"/>
            <a:ext cx="2147697"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50"/>
              <a:buFont typeface="Arial"/>
              <a:buNone/>
            </a:pPr>
            <a:r>
              <a:rPr b="0" i="0" lang="en-US" sz="1150" u="none" cap="none" strike="noStrike">
                <a:solidFill>
                  <a:srgbClr val="374151"/>
                </a:solidFill>
                <a:latin typeface="Arial"/>
                <a:ea typeface="Arial"/>
                <a:cs typeface="Arial"/>
                <a:sym typeface="Arial"/>
              </a:rPr>
              <a:t>Collect anonymized rants from Reddit and LinkedIn — exact words, real friction.</a:t>
            </a:r>
            <a:endParaRPr b="0" i="0" sz="1150" u="none" cap="none" strike="noStrike">
              <a:solidFill>
                <a:schemeClr val="dk1"/>
              </a:solidFill>
              <a:latin typeface="Calibri"/>
              <a:ea typeface="Calibri"/>
              <a:cs typeface="Calibri"/>
              <a:sym typeface="Calibri"/>
            </a:endParaRPr>
          </a:p>
        </p:txBody>
      </p:sp>
      <p:sp>
        <p:nvSpPr>
          <p:cNvPr id="362" name="Google Shape;362;p6"/>
          <p:cNvSpPr/>
          <p:nvPr/>
        </p:nvSpPr>
        <p:spPr>
          <a:xfrm>
            <a:off x="3062097" y="3127248"/>
            <a:ext cx="2148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&gt;&gt;</a:t>
            </a:r>
            <a:endParaRPr b="0" i="0" sz="1400" u="none" cap="none" strike="noStrike">
              <a:solidFill>
                <a:schemeClr val="dk1"/>
              </a:solidFill>
              <a:latin typeface="Calibri"/>
              <a:ea typeface="Calibri"/>
              <a:cs typeface="Calibri"/>
              <a:sym typeface="Calibri"/>
            </a:endParaRPr>
          </a:p>
        </p:txBody>
      </p:sp>
      <p:cxnSp>
        <p:nvCxnSpPr>
          <p:cNvPr id="363" name="Google Shape;363;p6"/>
          <p:cNvCxnSpPr/>
          <p:nvPr/>
        </p:nvCxnSpPr>
        <p:spPr>
          <a:xfrm>
            <a:off x="3276981" y="2377440"/>
            <a:ext cx="2696337" cy="0"/>
          </a:xfrm>
          <a:prstGeom prst="straightConnector1">
            <a:avLst/>
          </a:prstGeom>
          <a:noFill/>
          <a:ln cap="flat" cmpd="sng" w="9525">
            <a:solidFill>
              <a:srgbClr val="D1D5DB"/>
            </a:solidFill>
            <a:prstDash val="solid"/>
            <a:round/>
            <a:headEnd len="sm" w="sm" type="none"/>
            <a:tailEnd len="sm" w="sm" type="none"/>
          </a:ln>
        </p:spPr>
      </p:cxnSp>
      <p:cxnSp>
        <p:nvCxnSpPr>
          <p:cNvPr id="364" name="Google Shape;364;p6"/>
          <p:cNvCxnSpPr/>
          <p:nvPr/>
        </p:nvCxnSpPr>
        <p:spPr>
          <a:xfrm>
            <a:off x="3276981" y="4206240"/>
            <a:ext cx="2696337" cy="0"/>
          </a:xfrm>
          <a:prstGeom prst="straightConnector1">
            <a:avLst/>
          </a:prstGeom>
          <a:noFill/>
          <a:ln cap="flat" cmpd="sng" w="9525">
            <a:solidFill>
              <a:srgbClr val="D1D5DB"/>
            </a:solidFill>
            <a:prstDash val="solid"/>
            <a:round/>
            <a:headEnd len="sm" w="sm" type="none"/>
            <a:tailEnd len="sm" w="sm" type="none"/>
          </a:ln>
        </p:spPr>
      </p:cxnSp>
      <p:cxnSp>
        <p:nvCxnSpPr>
          <p:cNvPr id="365" name="Google Shape;365;p6"/>
          <p:cNvCxnSpPr/>
          <p:nvPr/>
        </p:nvCxnSpPr>
        <p:spPr>
          <a:xfrm>
            <a:off x="3276981" y="2377440"/>
            <a:ext cx="0" cy="1828800"/>
          </a:xfrm>
          <a:prstGeom prst="straightConnector1">
            <a:avLst/>
          </a:prstGeom>
          <a:noFill/>
          <a:ln cap="flat" cmpd="sng" w="9525">
            <a:solidFill>
              <a:srgbClr val="D1D5DB"/>
            </a:solidFill>
            <a:prstDash val="solid"/>
            <a:round/>
            <a:headEnd len="sm" w="sm" type="none"/>
            <a:tailEnd len="sm" w="sm" type="none"/>
          </a:ln>
        </p:spPr>
      </p:cxnSp>
      <p:cxnSp>
        <p:nvCxnSpPr>
          <p:cNvPr id="366" name="Google Shape;366;p6"/>
          <p:cNvCxnSpPr/>
          <p:nvPr/>
        </p:nvCxnSpPr>
        <p:spPr>
          <a:xfrm>
            <a:off x="5973318" y="2377440"/>
            <a:ext cx="0" cy="1828800"/>
          </a:xfrm>
          <a:prstGeom prst="straightConnector1">
            <a:avLst/>
          </a:prstGeom>
          <a:noFill/>
          <a:ln cap="flat" cmpd="sng" w="9525">
            <a:solidFill>
              <a:srgbClr val="D1D5DB"/>
            </a:solidFill>
            <a:prstDash val="solid"/>
            <a:round/>
            <a:headEnd len="sm" w="sm" type="none"/>
            <a:tailEnd len="sm" w="sm" type="none"/>
          </a:ln>
        </p:spPr>
      </p:cxnSp>
      <p:cxnSp>
        <p:nvCxnSpPr>
          <p:cNvPr id="367" name="Google Shape;367;p6"/>
          <p:cNvCxnSpPr/>
          <p:nvPr/>
        </p:nvCxnSpPr>
        <p:spPr>
          <a:xfrm>
            <a:off x="3276981" y="2377440"/>
            <a:ext cx="164592" cy="0"/>
          </a:xfrm>
          <a:prstGeom prst="straightConnector1">
            <a:avLst/>
          </a:prstGeom>
          <a:noFill/>
          <a:ln cap="flat" cmpd="sng" w="12700">
            <a:solidFill>
              <a:srgbClr val="0A0A0A"/>
            </a:solidFill>
            <a:prstDash val="solid"/>
            <a:round/>
            <a:headEnd len="sm" w="sm" type="none"/>
            <a:tailEnd len="sm" w="sm" type="none"/>
          </a:ln>
        </p:spPr>
      </p:cxnSp>
      <p:cxnSp>
        <p:nvCxnSpPr>
          <p:cNvPr id="368" name="Google Shape;368;p6"/>
          <p:cNvCxnSpPr/>
          <p:nvPr/>
        </p:nvCxnSpPr>
        <p:spPr>
          <a:xfrm>
            <a:off x="3276981" y="2377440"/>
            <a:ext cx="0" cy="164592"/>
          </a:xfrm>
          <a:prstGeom prst="straightConnector1">
            <a:avLst/>
          </a:prstGeom>
          <a:noFill/>
          <a:ln cap="flat" cmpd="sng" w="12700">
            <a:solidFill>
              <a:srgbClr val="0A0A0A"/>
            </a:solidFill>
            <a:prstDash val="solid"/>
            <a:round/>
            <a:headEnd len="sm" w="sm" type="none"/>
            <a:tailEnd len="sm" w="sm" type="none"/>
          </a:ln>
        </p:spPr>
      </p:cxnSp>
      <p:cxnSp>
        <p:nvCxnSpPr>
          <p:cNvPr id="369" name="Google Shape;369;p6"/>
          <p:cNvCxnSpPr/>
          <p:nvPr/>
        </p:nvCxnSpPr>
        <p:spPr>
          <a:xfrm>
            <a:off x="5808726" y="2377440"/>
            <a:ext cx="164592" cy="0"/>
          </a:xfrm>
          <a:prstGeom prst="straightConnector1">
            <a:avLst/>
          </a:prstGeom>
          <a:noFill/>
          <a:ln cap="flat" cmpd="sng" w="12700">
            <a:solidFill>
              <a:srgbClr val="0A0A0A"/>
            </a:solidFill>
            <a:prstDash val="solid"/>
            <a:round/>
            <a:headEnd len="sm" w="sm" type="none"/>
            <a:tailEnd len="sm" w="sm" type="none"/>
          </a:ln>
        </p:spPr>
      </p:cxnSp>
      <p:cxnSp>
        <p:nvCxnSpPr>
          <p:cNvPr id="370" name="Google Shape;370;p6"/>
          <p:cNvCxnSpPr/>
          <p:nvPr/>
        </p:nvCxnSpPr>
        <p:spPr>
          <a:xfrm>
            <a:off x="5973318" y="2377440"/>
            <a:ext cx="0" cy="164592"/>
          </a:xfrm>
          <a:prstGeom prst="straightConnector1">
            <a:avLst/>
          </a:prstGeom>
          <a:noFill/>
          <a:ln cap="flat" cmpd="sng" w="12700">
            <a:solidFill>
              <a:srgbClr val="0A0A0A"/>
            </a:solidFill>
            <a:prstDash val="solid"/>
            <a:round/>
            <a:headEnd len="sm" w="sm" type="none"/>
            <a:tailEnd len="sm" w="sm" type="none"/>
          </a:ln>
        </p:spPr>
      </p:cxnSp>
      <p:cxnSp>
        <p:nvCxnSpPr>
          <p:cNvPr id="371" name="Google Shape;371;p6"/>
          <p:cNvCxnSpPr/>
          <p:nvPr/>
        </p:nvCxnSpPr>
        <p:spPr>
          <a:xfrm>
            <a:off x="3276981" y="4041648"/>
            <a:ext cx="0" cy="164592"/>
          </a:xfrm>
          <a:prstGeom prst="straightConnector1">
            <a:avLst/>
          </a:prstGeom>
          <a:noFill/>
          <a:ln cap="flat" cmpd="sng" w="12700">
            <a:solidFill>
              <a:srgbClr val="0A0A0A"/>
            </a:solidFill>
            <a:prstDash val="solid"/>
            <a:round/>
            <a:headEnd len="sm" w="sm" type="none"/>
            <a:tailEnd len="sm" w="sm" type="none"/>
          </a:ln>
        </p:spPr>
      </p:cxnSp>
      <p:cxnSp>
        <p:nvCxnSpPr>
          <p:cNvPr id="372" name="Google Shape;372;p6"/>
          <p:cNvCxnSpPr/>
          <p:nvPr/>
        </p:nvCxnSpPr>
        <p:spPr>
          <a:xfrm>
            <a:off x="3276981" y="4206240"/>
            <a:ext cx="164592" cy="0"/>
          </a:xfrm>
          <a:prstGeom prst="straightConnector1">
            <a:avLst/>
          </a:prstGeom>
          <a:noFill/>
          <a:ln cap="flat" cmpd="sng" w="12700">
            <a:solidFill>
              <a:srgbClr val="0A0A0A"/>
            </a:solidFill>
            <a:prstDash val="solid"/>
            <a:round/>
            <a:headEnd len="sm" w="sm" type="none"/>
            <a:tailEnd len="sm" w="sm" type="none"/>
          </a:ln>
        </p:spPr>
      </p:cxnSp>
      <p:cxnSp>
        <p:nvCxnSpPr>
          <p:cNvPr id="373" name="Google Shape;373;p6"/>
          <p:cNvCxnSpPr/>
          <p:nvPr/>
        </p:nvCxnSpPr>
        <p:spPr>
          <a:xfrm>
            <a:off x="5808726" y="4206240"/>
            <a:ext cx="164592" cy="0"/>
          </a:xfrm>
          <a:prstGeom prst="straightConnector1">
            <a:avLst/>
          </a:prstGeom>
          <a:noFill/>
          <a:ln cap="flat" cmpd="sng" w="12700">
            <a:solidFill>
              <a:srgbClr val="0A0A0A"/>
            </a:solidFill>
            <a:prstDash val="solid"/>
            <a:round/>
            <a:headEnd len="sm" w="sm" type="none"/>
            <a:tailEnd len="sm" w="sm" type="none"/>
          </a:ln>
        </p:spPr>
      </p:cxnSp>
      <p:cxnSp>
        <p:nvCxnSpPr>
          <p:cNvPr id="374" name="Google Shape;374;p6"/>
          <p:cNvCxnSpPr/>
          <p:nvPr/>
        </p:nvCxnSpPr>
        <p:spPr>
          <a:xfrm>
            <a:off x="5973318" y="4041648"/>
            <a:ext cx="0" cy="164592"/>
          </a:xfrm>
          <a:prstGeom prst="straightConnector1">
            <a:avLst/>
          </a:prstGeom>
          <a:noFill/>
          <a:ln cap="flat" cmpd="sng" w="12700">
            <a:solidFill>
              <a:srgbClr val="0A0A0A"/>
            </a:solidFill>
            <a:prstDash val="solid"/>
            <a:round/>
            <a:headEnd len="sm" w="sm" type="none"/>
            <a:tailEnd len="sm" w="sm" type="none"/>
          </a:ln>
        </p:spPr>
      </p:cxnSp>
      <p:sp>
        <p:nvSpPr>
          <p:cNvPr id="375" name="Google Shape;375;p6"/>
          <p:cNvSpPr/>
          <p:nvPr/>
        </p:nvSpPr>
        <p:spPr>
          <a:xfrm>
            <a:off x="3551301" y="2606040"/>
            <a:ext cx="914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100"/>
              <a:buFont typeface="Courier New"/>
              <a:buNone/>
            </a:pPr>
            <a:r>
              <a:rPr b="1" i="0" lang="en-US" sz="1100" u="none" cap="none" strike="noStrike">
                <a:solidFill>
                  <a:srgbClr val="5B21B6"/>
                </a:solidFill>
                <a:latin typeface="Courier New"/>
                <a:ea typeface="Courier New"/>
                <a:cs typeface="Courier New"/>
                <a:sym typeface="Courier New"/>
              </a:rPr>
              <a:t>02</a:t>
            </a:r>
            <a:endParaRPr b="0" i="0" sz="1100" u="none" cap="none" strike="noStrike">
              <a:solidFill>
                <a:schemeClr val="dk1"/>
              </a:solidFill>
              <a:latin typeface="Calibri"/>
              <a:ea typeface="Calibri"/>
              <a:cs typeface="Calibri"/>
              <a:sym typeface="Calibri"/>
            </a:endParaRPr>
          </a:p>
        </p:txBody>
      </p:sp>
      <p:sp>
        <p:nvSpPr>
          <p:cNvPr id="376" name="Google Shape;376;p6"/>
          <p:cNvSpPr/>
          <p:nvPr/>
        </p:nvSpPr>
        <p:spPr>
          <a:xfrm>
            <a:off x="3551301" y="2926080"/>
            <a:ext cx="2147697"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Arial Black"/>
              <a:buNone/>
            </a:pPr>
            <a:r>
              <a:rPr b="1" i="0" lang="en-US" sz="2200" u="none" cap="none" strike="noStrike">
                <a:solidFill>
                  <a:srgbClr val="000000"/>
                </a:solidFill>
                <a:latin typeface="Arial Black"/>
                <a:ea typeface="Arial Black"/>
                <a:cs typeface="Arial Black"/>
                <a:sym typeface="Arial Black"/>
              </a:rPr>
              <a:t>Translate</a:t>
            </a:r>
            <a:endParaRPr b="0" i="0" sz="2200" u="none" cap="none" strike="noStrike">
              <a:solidFill>
                <a:schemeClr val="dk1"/>
              </a:solidFill>
              <a:latin typeface="Calibri"/>
              <a:ea typeface="Calibri"/>
              <a:cs typeface="Calibri"/>
              <a:sym typeface="Calibri"/>
            </a:endParaRPr>
          </a:p>
        </p:txBody>
      </p:sp>
      <p:sp>
        <p:nvSpPr>
          <p:cNvPr id="377" name="Google Shape;377;p6"/>
          <p:cNvSpPr/>
          <p:nvPr/>
        </p:nvSpPr>
        <p:spPr>
          <a:xfrm>
            <a:off x="3551301" y="3474720"/>
            <a:ext cx="2147697"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50"/>
              <a:buFont typeface="Arial"/>
              <a:buNone/>
            </a:pPr>
            <a:r>
              <a:rPr b="0" i="0" lang="en-US" sz="1150" u="none" cap="none" strike="noStrike">
                <a:solidFill>
                  <a:srgbClr val="374151"/>
                </a:solidFill>
                <a:latin typeface="Arial"/>
                <a:ea typeface="Arial"/>
                <a:cs typeface="Arial"/>
                <a:sym typeface="Arial"/>
              </a:rPr>
              <a:t>Reshape each one into a clean systems engineering requirement and test scenario.</a:t>
            </a:r>
            <a:endParaRPr b="0" i="0" sz="1150" u="none" cap="none" strike="noStrike">
              <a:solidFill>
                <a:schemeClr val="dk1"/>
              </a:solidFill>
              <a:latin typeface="Calibri"/>
              <a:ea typeface="Calibri"/>
              <a:cs typeface="Calibri"/>
              <a:sym typeface="Calibri"/>
            </a:endParaRPr>
          </a:p>
        </p:txBody>
      </p:sp>
      <p:sp>
        <p:nvSpPr>
          <p:cNvPr id="378" name="Google Shape;378;p6"/>
          <p:cNvSpPr/>
          <p:nvPr/>
        </p:nvSpPr>
        <p:spPr>
          <a:xfrm>
            <a:off x="5973318" y="3127248"/>
            <a:ext cx="2148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&gt;&gt;</a:t>
            </a:r>
            <a:endParaRPr b="0" i="0" sz="1400" u="none" cap="none" strike="noStrike">
              <a:solidFill>
                <a:schemeClr val="dk1"/>
              </a:solidFill>
              <a:latin typeface="Calibri"/>
              <a:ea typeface="Calibri"/>
              <a:cs typeface="Calibri"/>
              <a:sym typeface="Calibri"/>
            </a:endParaRPr>
          </a:p>
        </p:txBody>
      </p:sp>
      <p:cxnSp>
        <p:nvCxnSpPr>
          <p:cNvPr id="379" name="Google Shape;379;p6"/>
          <p:cNvCxnSpPr/>
          <p:nvPr/>
        </p:nvCxnSpPr>
        <p:spPr>
          <a:xfrm>
            <a:off x="6188202" y="2377440"/>
            <a:ext cx="2696337" cy="0"/>
          </a:xfrm>
          <a:prstGeom prst="straightConnector1">
            <a:avLst/>
          </a:prstGeom>
          <a:noFill/>
          <a:ln cap="flat" cmpd="sng" w="9525">
            <a:solidFill>
              <a:srgbClr val="D1D5DB"/>
            </a:solidFill>
            <a:prstDash val="solid"/>
            <a:round/>
            <a:headEnd len="sm" w="sm" type="none"/>
            <a:tailEnd len="sm" w="sm" type="none"/>
          </a:ln>
        </p:spPr>
      </p:cxnSp>
      <p:cxnSp>
        <p:nvCxnSpPr>
          <p:cNvPr id="380" name="Google Shape;380;p6"/>
          <p:cNvCxnSpPr/>
          <p:nvPr/>
        </p:nvCxnSpPr>
        <p:spPr>
          <a:xfrm>
            <a:off x="6188202" y="4206240"/>
            <a:ext cx="2696337" cy="0"/>
          </a:xfrm>
          <a:prstGeom prst="straightConnector1">
            <a:avLst/>
          </a:prstGeom>
          <a:noFill/>
          <a:ln cap="flat" cmpd="sng" w="9525">
            <a:solidFill>
              <a:srgbClr val="D1D5DB"/>
            </a:solidFill>
            <a:prstDash val="solid"/>
            <a:round/>
            <a:headEnd len="sm" w="sm" type="none"/>
            <a:tailEnd len="sm" w="sm" type="none"/>
          </a:ln>
        </p:spPr>
      </p:cxnSp>
      <p:cxnSp>
        <p:nvCxnSpPr>
          <p:cNvPr id="381" name="Google Shape;381;p6"/>
          <p:cNvCxnSpPr/>
          <p:nvPr/>
        </p:nvCxnSpPr>
        <p:spPr>
          <a:xfrm>
            <a:off x="6188202" y="2377440"/>
            <a:ext cx="0" cy="1828800"/>
          </a:xfrm>
          <a:prstGeom prst="straightConnector1">
            <a:avLst/>
          </a:prstGeom>
          <a:noFill/>
          <a:ln cap="flat" cmpd="sng" w="9525">
            <a:solidFill>
              <a:srgbClr val="D1D5DB"/>
            </a:solidFill>
            <a:prstDash val="solid"/>
            <a:round/>
            <a:headEnd len="sm" w="sm" type="none"/>
            <a:tailEnd len="sm" w="sm" type="none"/>
          </a:ln>
        </p:spPr>
      </p:cxnSp>
      <p:cxnSp>
        <p:nvCxnSpPr>
          <p:cNvPr id="382" name="Google Shape;382;p6"/>
          <p:cNvCxnSpPr/>
          <p:nvPr/>
        </p:nvCxnSpPr>
        <p:spPr>
          <a:xfrm>
            <a:off x="8884539" y="2377440"/>
            <a:ext cx="0" cy="1828800"/>
          </a:xfrm>
          <a:prstGeom prst="straightConnector1">
            <a:avLst/>
          </a:prstGeom>
          <a:noFill/>
          <a:ln cap="flat" cmpd="sng" w="9525">
            <a:solidFill>
              <a:srgbClr val="D1D5DB"/>
            </a:solidFill>
            <a:prstDash val="solid"/>
            <a:round/>
            <a:headEnd len="sm" w="sm" type="none"/>
            <a:tailEnd len="sm" w="sm" type="none"/>
          </a:ln>
        </p:spPr>
      </p:cxnSp>
      <p:cxnSp>
        <p:nvCxnSpPr>
          <p:cNvPr id="383" name="Google Shape;383;p6"/>
          <p:cNvCxnSpPr/>
          <p:nvPr/>
        </p:nvCxnSpPr>
        <p:spPr>
          <a:xfrm>
            <a:off x="6188202" y="2377440"/>
            <a:ext cx="164592" cy="0"/>
          </a:xfrm>
          <a:prstGeom prst="straightConnector1">
            <a:avLst/>
          </a:prstGeom>
          <a:noFill/>
          <a:ln cap="flat" cmpd="sng" w="12700">
            <a:solidFill>
              <a:srgbClr val="0A0A0A"/>
            </a:solidFill>
            <a:prstDash val="solid"/>
            <a:round/>
            <a:headEnd len="sm" w="sm" type="none"/>
            <a:tailEnd len="sm" w="sm" type="none"/>
          </a:ln>
        </p:spPr>
      </p:cxnSp>
      <p:cxnSp>
        <p:nvCxnSpPr>
          <p:cNvPr id="384" name="Google Shape;384;p6"/>
          <p:cNvCxnSpPr/>
          <p:nvPr/>
        </p:nvCxnSpPr>
        <p:spPr>
          <a:xfrm>
            <a:off x="6188202" y="2377440"/>
            <a:ext cx="0" cy="164592"/>
          </a:xfrm>
          <a:prstGeom prst="straightConnector1">
            <a:avLst/>
          </a:prstGeom>
          <a:noFill/>
          <a:ln cap="flat" cmpd="sng" w="12700">
            <a:solidFill>
              <a:srgbClr val="0A0A0A"/>
            </a:solidFill>
            <a:prstDash val="solid"/>
            <a:round/>
            <a:headEnd len="sm" w="sm" type="none"/>
            <a:tailEnd len="sm" w="sm" type="none"/>
          </a:ln>
        </p:spPr>
      </p:cxnSp>
      <p:cxnSp>
        <p:nvCxnSpPr>
          <p:cNvPr id="385" name="Google Shape;385;p6"/>
          <p:cNvCxnSpPr/>
          <p:nvPr/>
        </p:nvCxnSpPr>
        <p:spPr>
          <a:xfrm>
            <a:off x="8719947" y="2377440"/>
            <a:ext cx="164592" cy="0"/>
          </a:xfrm>
          <a:prstGeom prst="straightConnector1">
            <a:avLst/>
          </a:prstGeom>
          <a:noFill/>
          <a:ln cap="flat" cmpd="sng" w="12700">
            <a:solidFill>
              <a:srgbClr val="0A0A0A"/>
            </a:solidFill>
            <a:prstDash val="solid"/>
            <a:round/>
            <a:headEnd len="sm" w="sm" type="none"/>
            <a:tailEnd len="sm" w="sm" type="none"/>
          </a:ln>
        </p:spPr>
      </p:cxnSp>
      <p:cxnSp>
        <p:nvCxnSpPr>
          <p:cNvPr id="386" name="Google Shape;386;p6"/>
          <p:cNvCxnSpPr/>
          <p:nvPr/>
        </p:nvCxnSpPr>
        <p:spPr>
          <a:xfrm>
            <a:off x="8884539" y="2377440"/>
            <a:ext cx="0" cy="164592"/>
          </a:xfrm>
          <a:prstGeom prst="straightConnector1">
            <a:avLst/>
          </a:prstGeom>
          <a:noFill/>
          <a:ln cap="flat" cmpd="sng" w="12700">
            <a:solidFill>
              <a:srgbClr val="0A0A0A"/>
            </a:solidFill>
            <a:prstDash val="solid"/>
            <a:round/>
            <a:headEnd len="sm" w="sm" type="none"/>
            <a:tailEnd len="sm" w="sm" type="none"/>
          </a:ln>
        </p:spPr>
      </p:cxnSp>
      <p:cxnSp>
        <p:nvCxnSpPr>
          <p:cNvPr id="387" name="Google Shape;387;p6"/>
          <p:cNvCxnSpPr/>
          <p:nvPr/>
        </p:nvCxnSpPr>
        <p:spPr>
          <a:xfrm>
            <a:off x="6188202" y="4041648"/>
            <a:ext cx="0" cy="164592"/>
          </a:xfrm>
          <a:prstGeom prst="straightConnector1">
            <a:avLst/>
          </a:prstGeom>
          <a:noFill/>
          <a:ln cap="flat" cmpd="sng" w="12700">
            <a:solidFill>
              <a:srgbClr val="0A0A0A"/>
            </a:solidFill>
            <a:prstDash val="solid"/>
            <a:round/>
            <a:headEnd len="sm" w="sm" type="none"/>
            <a:tailEnd len="sm" w="sm" type="none"/>
          </a:ln>
        </p:spPr>
      </p:cxnSp>
      <p:cxnSp>
        <p:nvCxnSpPr>
          <p:cNvPr id="388" name="Google Shape;388;p6"/>
          <p:cNvCxnSpPr/>
          <p:nvPr/>
        </p:nvCxnSpPr>
        <p:spPr>
          <a:xfrm>
            <a:off x="6188202" y="4206240"/>
            <a:ext cx="164592" cy="0"/>
          </a:xfrm>
          <a:prstGeom prst="straightConnector1">
            <a:avLst/>
          </a:prstGeom>
          <a:noFill/>
          <a:ln cap="flat" cmpd="sng" w="12700">
            <a:solidFill>
              <a:srgbClr val="0A0A0A"/>
            </a:solidFill>
            <a:prstDash val="solid"/>
            <a:round/>
            <a:headEnd len="sm" w="sm" type="none"/>
            <a:tailEnd len="sm" w="sm" type="none"/>
          </a:ln>
        </p:spPr>
      </p:cxnSp>
      <p:cxnSp>
        <p:nvCxnSpPr>
          <p:cNvPr id="389" name="Google Shape;389;p6"/>
          <p:cNvCxnSpPr/>
          <p:nvPr/>
        </p:nvCxnSpPr>
        <p:spPr>
          <a:xfrm>
            <a:off x="8719947" y="4206240"/>
            <a:ext cx="164592" cy="0"/>
          </a:xfrm>
          <a:prstGeom prst="straightConnector1">
            <a:avLst/>
          </a:prstGeom>
          <a:noFill/>
          <a:ln cap="flat" cmpd="sng" w="12700">
            <a:solidFill>
              <a:srgbClr val="0A0A0A"/>
            </a:solidFill>
            <a:prstDash val="solid"/>
            <a:round/>
            <a:headEnd len="sm" w="sm" type="none"/>
            <a:tailEnd len="sm" w="sm" type="none"/>
          </a:ln>
        </p:spPr>
      </p:cxnSp>
      <p:cxnSp>
        <p:nvCxnSpPr>
          <p:cNvPr id="390" name="Google Shape;390;p6"/>
          <p:cNvCxnSpPr/>
          <p:nvPr/>
        </p:nvCxnSpPr>
        <p:spPr>
          <a:xfrm>
            <a:off x="8884539" y="4041648"/>
            <a:ext cx="0" cy="164592"/>
          </a:xfrm>
          <a:prstGeom prst="straightConnector1">
            <a:avLst/>
          </a:prstGeom>
          <a:noFill/>
          <a:ln cap="flat" cmpd="sng" w="12700">
            <a:solidFill>
              <a:srgbClr val="0A0A0A"/>
            </a:solidFill>
            <a:prstDash val="solid"/>
            <a:round/>
            <a:headEnd len="sm" w="sm" type="none"/>
            <a:tailEnd len="sm" w="sm" type="none"/>
          </a:ln>
        </p:spPr>
      </p:cxnSp>
      <p:sp>
        <p:nvSpPr>
          <p:cNvPr id="391" name="Google Shape;391;p6"/>
          <p:cNvSpPr/>
          <p:nvPr/>
        </p:nvSpPr>
        <p:spPr>
          <a:xfrm>
            <a:off x="6462522" y="2606040"/>
            <a:ext cx="914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100"/>
              <a:buFont typeface="Courier New"/>
              <a:buNone/>
            </a:pPr>
            <a:r>
              <a:rPr b="1" i="0" lang="en-US" sz="1100" u="none" cap="none" strike="noStrike">
                <a:solidFill>
                  <a:srgbClr val="5B21B6"/>
                </a:solidFill>
                <a:latin typeface="Courier New"/>
                <a:ea typeface="Courier New"/>
                <a:cs typeface="Courier New"/>
                <a:sym typeface="Courier New"/>
              </a:rPr>
              <a:t>03</a:t>
            </a:r>
            <a:endParaRPr b="0" i="0" sz="1100" u="none" cap="none" strike="noStrike">
              <a:solidFill>
                <a:schemeClr val="dk1"/>
              </a:solidFill>
              <a:latin typeface="Calibri"/>
              <a:ea typeface="Calibri"/>
              <a:cs typeface="Calibri"/>
              <a:sym typeface="Calibri"/>
            </a:endParaRPr>
          </a:p>
        </p:txBody>
      </p:sp>
      <p:sp>
        <p:nvSpPr>
          <p:cNvPr id="392" name="Google Shape;392;p6"/>
          <p:cNvSpPr/>
          <p:nvPr/>
        </p:nvSpPr>
        <p:spPr>
          <a:xfrm>
            <a:off x="6462522" y="2926080"/>
            <a:ext cx="2147697"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Arial Black"/>
              <a:buNone/>
            </a:pPr>
            <a:r>
              <a:rPr b="1" i="0" lang="en-US" sz="2200" u="none" cap="none" strike="noStrike">
                <a:solidFill>
                  <a:srgbClr val="000000"/>
                </a:solidFill>
                <a:latin typeface="Arial Black"/>
                <a:ea typeface="Arial Black"/>
                <a:cs typeface="Arial Black"/>
                <a:sym typeface="Arial Black"/>
              </a:rPr>
              <a:t>Demonstrate</a:t>
            </a:r>
            <a:endParaRPr b="0" i="0" sz="2200" u="none" cap="none" strike="noStrike">
              <a:solidFill>
                <a:schemeClr val="dk1"/>
              </a:solidFill>
              <a:latin typeface="Calibri"/>
              <a:ea typeface="Calibri"/>
              <a:cs typeface="Calibri"/>
              <a:sym typeface="Calibri"/>
            </a:endParaRPr>
          </a:p>
        </p:txBody>
      </p:sp>
      <p:sp>
        <p:nvSpPr>
          <p:cNvPr id="393" name="Google Shape;393;p6"/>
          <p:cNvSpPr/>
          <p:nvPr/>
        </p:nvSpPr>
        <p:spPr>
          <a:xfrm>
            <a:off x="6462522" y="3474720"/>
            <a:ext cx="2147697"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50"/>
              <a:buFont typeface="Arial"/>
              <a:buNone/>
            </a:pPr>
            <a:r>
              <a:rPr b="0" i="0" lang="en-US" sz="1150" u="none" cap="none" strike="noStrike">
                <a:solidFill>
                  <a:srgbClr val="374151"/>
                </a:solidFill>
                <a:latin typeface="Arial"/>
                <a:ea typeface="Arial"/>
                <a:cs typeface="Arial"/>
                <a:sym typeface="Arial"/>
              </a:rPr>
              <a:t>Show concretely how Space Agent would handle it — 10–100x faster.</a:t>
            </a:r>
            <a:endParaRPr b="0" i="0" sz="1150" u="none" cap="none" strike="noStrike">
              <a:solidFill>
                <a:schemeClr val="dk1"/>
              </a:solidFill>
              <a:latin typeface="Calibri"/>
              <a:ea typeface="Calibri"/>
              <a:cs typeface="Calibri"/>
              <a:sym typeface="Calibri"/>
            </a:endParaRPr>
          </a:p>
        </p:txBody>
      </p:sp>
      <p:sp>
        <p:nvSpPr>
          <p:cNvPr id="394" name="Google Shape;394;p6"/>
          <p:cNvSpPr/>
          <p:nvPr/>
        </p:nvSpPr>
        <p:spPr>
          <a:xfrm>
            <a:off x="8884539" y="3127248"/>
            <a:ext cx="2148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&gt;&gt;</a:t>
            </a:r>
            <a:endParaRPr b="0" i="0" sz="1400" u="none" cap="none" strike="noStrike">
              <a:solidFill>
                <a:schemeClr val="dk1"/>
              </a:solidFill>
              <a:latin typeface="Calibri"/>
              <a:ea typeface="Calibri"/>
              <a:cs typeface="Calibri"/>
              <a:sym typeface="Calibri"/>
            </a:endParaRPr>
          </a:p>
        </p:txBody>
      </p:sp>
      <p:cxnSp>
        <p:nvCxnSpPr>
          <p:cNvPr id="395" name="Google Shape;395;p6"/>
          <p:cNvCxnSpPr/>
          <p:nvPr/>
        </p:nvCxnSpPr>
        <p:spPr>
          <a:xfrm>
            <a:off x="9099423" y="2377440"/>
            <a:ext cx="2696337" cy="0"/>
          </a:xfrm>
          <a:prstGeom prst="straightConnector1">
            <a:avLst/>
          </a:prstGeom>
          <a:noFill/>
          <a:ln cap="flat" cmpd="sng" w="9525">
            <a:solidFill>
              <a:srgbClr val="D1D5DB"/>
            </a:solidFill>
            <a:prstDash val="solid"/>
            <a:round/>
            <a:headEnd len="sm" w="sm" type="none"/>
            <a:tailEnd len="sm" w="sm" type="none"/>
          </a:ln>
        </p:spPr>
      </p:cxnSp>
      <p:cxnSp>
        <p:nvCxnSpPr>
          <p:cNvPr id="396" name="Google Shape;396;p6"/>
          <p:cNvCxnSpPr/>
          <p:nvPr/>
        </p:nvCxnSpPr>
        <p:spPr>
          <a:xfrm>
            <a:off x="9099423" y="4206240"/>
            <a:ext cx="2696337" cy="0"/>
          </a:xfrm>
          <a:prstGeom prst="straightConnector1">
            <a:avLst/>
          </a:prstGeom>
          <a:noFill/>
          <a:ln cap="flat" cmpd="sng" w="9525">
            <a:solidFill>
              <a:srgbClr val="D1D5DB"/>
            </a:solidFill>
            <a:prstDash val="solid"/>
            <a:round/>
            <a:headEnd len="sm" w="sm" type="none"/>
            <a:tailEnd len="sm" w="sm" type="none"/>
          </a:ln>
        </p:spPr>
      </p:cxnSp>
      <p:cxnSp>
        <p:nvCxnSpPr>
          <p:cNvPr id="397" name="Google Shape;397;p6"/>
          <p:cNvCxnSpPr/>
          <p:nvPr/>
        </p:nvCxnSpPr>
        <p:spPr>
          <a:xfrm>
            <a:off x="9099423" y="2377440"/>
            <a:ext cx="0" cy="1828800"/>
          </a:xfrm>
          <a:prstGeom prst="straightConnector1">
            <a:avLst/>
          </a:prstGeom>
          <a:noFill/>
          <a:ln cap="flat" cmpd="sng" w="9525">
            <a:solidFill>
              <a:srgbClr val="D1D5DB"/>
            </a:solidFill>
            <a:prstDash val="solid"/>
            <a:round/>
            <a:headEnd len="sm" w="sm" type="none"/>
            <a:tailEnd len="sm" w="sm" type="none"/>
          </a:ln>
        </p:spPr>
      </p:cxnSp>
      <p:cxnSp>
        <p:nvCxnSpPr>
          <p:cNvPr id="398" name="Google Shape;398;p6"/>
          <p:cNvCxnSpPr/>
          <p:nvPr/>
        </p:nvCxnSpPr>
        <p:spPr>
          <a:xfrm>
            <a:off x="11795760" y="2377440"/>
            <a:ext cx="0" cy="1828800"/>
          </a:xfrm>
          <a:prstGeom prst="straightConnector1">
            <a:avLst/>
          </a:prstGeom>
          <a:noFill/>
          <a:ln cap="flat" cmpd="sng" w="9525">
            <a:solidFill>
              <a:srgbClr val="D1D5DB"/>
            </a:solidFill>
            <a:prstDash val="solid"/>
            <a:round/>
            <a:headEnd len="sm" w="sm" type="none"/>
            <a:tailEnd len="sm" w="sm" type="none"/>
          </a:ln>
        </p:spPr>
      </p:cxnSp>
      <p:cxnSp>
        <p:nvCxnSpPr>
          <p:cNvPr id="399" name="Google Shape;399;p6"/>
          <p:cNvCxnSpPr/>
          <p:nvPr/>
        </p:nvCxnSpPr>
        <p:spPr>
          <a:xfrm>
            <a:off x="9099423" y="2377440"/>
            <a:ext cx="164592" cy="0"/>
          </a:xfrm>
          <a:prstGeom prst="straightConnector1">
            <a:avLst/>
          </a:prstGeom>
          <a:noFill/>
          <a:ln cap="flat" cmpd="sng" w="12700">
            <a:solidFill>
              <a:srgbClr val="0A0A0A"/>
            </a:solidFill>
            <a:prstDash val="solid"/>
            <a:round/>
            <a:headEnd len="sm" w="sm" type="none"/>
            <a:tailEnd len="sm" w="sm" type="none"/>
          </a:ln>
        </p:spPr>
      </p:cxnSp>
      <p:cxnSp>
        <p:nvCxnSpPr>
          <p:cNvPr id="400" name="Google Shape;400;p6"/>
          <p:cNvCxnSpPr/>
          <p:nvPr/>
        </p:nvCxnSpPr>
        <p:spPr>
          <a:xfrm>
            <a:off x="9099423" y="2377440"/>
            <a:ext cx="0" cy="164592"/>
          </a:xfrm>
          <a:prstGeom prst="straightConnector1">
            <a:avLst/>
          </a:prstGeom>
          <a:noFill/>
          <a:ln cap="flat" cmpd="sng" w="12700">
            <a:solidFill>
              <a:srgbClr val="0A0A0A"/>
            </a:solidFill>
            <a:prstDash val="solid"/>
            <a:round/>
            <a:headEnd len="sm" w="sm" type="none"/>
            <a:tailEnd len="sm" w="sm" type="none"/>
          </a:ln>
        </p:spPr>
      </p:cxnSp>
      <p:cxnSp>
        <p:nvCxnSpPr>
          <p:cNvPr id="401" name="Google Shape;401;p6"/>
          <p:cNvCxnSpPr/>
          <p:nvPr/>
        </p:nvCxnSpPr>
        <p:spPr>
          <a:xfrm>
            <a:off x="11631168" y="2377440"/>
            <a:ext cx="164592" cy="0"/>
          </a:xfrm>
          <a:prstGeom prst="straightConnector1">
            <a:avLst/>
          </a:prstGeom>
          <a:noFill/>
          <a:ln cap="flat" cmpd="sng" w="12700">
            <a:solidFill>
              <a:srgbClr val="0A0A0A"/>
            </a:solidFill>
            <a:prstDash val="solid"/>
            <a:round/>
            <a:headEnd len="sm" w="sm" type="none"/>
            <a:tailEnd len="sm" w="sm" type="none"/>
          </a:ln>
        </p:spPr>
      </p:cxnSp>
      <p:cxnSp>
        <p:nvCxnSpPr>
          <p:cNvPr id="402" name="Google Shape;402;p6"/>
          <p:cNvCxnSpPr/>
          <p:nvPr/>
        </p:nvCxnSpPr>
        <p:spPr>
          <a:xfrm>
            <a:off x="11795760" y="2377440"/>
            <a:ext cx="0" cy="164592"/>
          </a:xfrm>
          <a:prstGeom prst="straightConnector1">
            <a:avLst/>
          </a:prstGeom>
          <a:noFill/>
          <a:ln cap="flat" cmpd="sng" w="12700">
            <a:solidFill>
              <a:srgbClr val="0A0A0A"/>
            </a:solidFill>
            <a:prstDash val="solid"/>
            <a:round/>
            <a:headEnd len="sm" w="sm" type="none"/>
            <a:tailEnd len="sm" w="sm" type="none"/>
          </a:ln>
        </p:spPr>
      </p:cxnSp>
      <p:cxnSp>
        <p:nvCxnSpPr>
          <p:cNvPr id="403" name="Google Shape;403;p6"/>
          <p:cNvCxnSpPr/>
          <p:nvPr/>
        </p:nvCxnSpPr>
        <p:spPr>
          <a:xfrm>
            <a:off x="9099423" y="4041648"/>
            <a:ext cx="0" cy="164592"/>
          </a:xfrm>
          <a:prstGeom prst="straightConnector1">
            <a:avLst/>
          </a:prstGeom>
          <a:noFill/>
          <a:ln cap="flat" cmpd="sng" w="12700">
            <a:solidFill>
              <a:srgbClr val="0A0A0A"/>
            </a:solidFill>
            <a:prstDash val="solid"/>
            <a:round/>
            <a:headEnd len="sm" w="sm" type="none"/>
            <a:tailEnd len="sm" w="sm" type="none"/>
          </a:ln>
        </p:spPr>
      </p:cxnSp>
      <p:cxnSp>
        <p:nvCxnSpPr>
          <p:cNvPr id="404" name="Google Shape;404;p6"/>
          <p:cNvCxnSpPr/>
          <p:nvPr/>
        </p:nvCxnSpPr>
        <p:spPr>
          <a:xfrm>
            <a:off x="9099423" y="4206240"/>
            <a:ext cx="164592" cy="0"/>
          </a:xfrm>
          <a:prstGeom prst="straightConnector1">
            <a:avLst/>
          </a:prstGeom>
          <a:noFill/>
          <a:ln cap="flat" cmpd="sng" w="12700">
            <a:solidFill>
              <a:srgbClr val="0A0A0A"/>
            </a:solidFill>
            <a:prstDash val="solid"/>
            <a:round/>
            <a:headEnd len="sm" w="sm" type="none"/>
            <a:tailEnd len="sm" w="sm" type="none"/>
          </a:ln>
        </p:spPr>
      </p:cxnSp>
      <p:cxnSp>
        <p:nvCxnSpPr>
          <p:cNvPr id="405" name="Google Shape;405;p6"/>
          <p:cNvCxnSpPr/>
          <p:nvPr/>
        </p:nvCxnSpPr>
        <p:spPr>
          <a:xfrm>
            <a:off x="11631168" y="4206240"/>
            <a:ext cx="164592" cy="0"/>
          </a:xfrm>
          <a:prstGeom prst="straightConnector1">
            <a:avLst/>
          </a:prstGeom>
          <a:noFill/>
          <a:ln cap="flat" cmpd="sng" w="12700">
            <a:solidFill>
              <a:srgbClr val="0A0A0A"/>
            </a:solidFill>
            <a:prstDash val="solid"/>
            <a:round/>
            <a:headEnd len="sm" w="sm" type="none"/>
            <a:tailEnd len="sm" w="sm" type="none"/>
          </a:ln>
        </p:spPr>
      </p:cxnSp>
      <p:cxnSp>
        <p:nvCxnSpPr>
          <p:cNvPr id="406" name="Google Shape;406;p6"/>
          <p:cNvCxnSpPr/>
          <p:nvPr/>
        </p:nvCxnSpPr>
        <p:spPr>
          <a:xfrm>
            <a:off x="11795760" y="4041648"/>
            <a:ext cx="0" cy="164592"/>
          </a:xfrm>
          <a:prstGeom prst="straightConnector1">
            <a:avLst/>
          </a:prstGeom>
          <a:noFill/>
          <a:ln cap="flat" cmpd="sng" w="12700">
            <a:solidFill>
              <a:srgbClr val="0A0A0A"/>
            </a:solidFill>
            <a:prstDash val="solid"/>
            <a:round/>
            <a:headEnd len="sm" w="sm" type="none"/>
            <a:tailEnd len="sm" w="sm" type="none"/>
          </a:ln>
        </p:spPr>
      </p:cxnSp>
      <p:sp>
        <p:nvSpPr>
          <p:cNvPr id="407" name="Google Shape;407;p6"/>
          <p:cNvSpPr/>
          <p:nvPr/>
        </p:nvSpPr>
        <p:spPr>
          <a:xfrm>
            <a:off x="9373743" y="2606040"/>
            <a:ext cx="914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100"/>
              <a:buFont typeface="Courier New"/>
              <a:buNone/>
            </a:pPr>
            <a:r>
              <a:rPr b="1" i="0" lang="en-US" sz="1100" u="none" cap="none" strike="noStrike">
                <a:solidFill>
                  <a:srgbClr val="5B21B6"/>
                </a:solidFill>
                <a:latin typeface="Courier New"/>
                <a:ea typeface="Courier New"/>
                <a:cs typeface="Courier New"/>
                <a:sym typeface="Courier New"/>
              </a:rPr>
              <a:t>04</a:t>
            </a:r>
            <a:endParaRPr b="0" i="0" sz="1100" u="none" cap="none" strike="noStrike">
              <a:solidFill>
                <a:schemeClr val="dk1"/>
              </a:solidFill>
              <a:latin typeface="Calibri"/>
              <a:ea typeface="Calibri"/>
              <a:cs typeface="Calibri"/>
              <a:sym typeface="Calibri"/>
            </a:endParaRPr>
          </a:p>
        </p:txBody>
      </p:sp>
      <p:sp>
        <p:nvSpPr>
          <p:cNvPr id="408" name="Google Shape;408;p6"/>
          <p:cNvSpPr/>
          <p:nvPr/>
        </p:nvSpPr>
        <p:spPr>
          <a:xfrm>
            <a:off x="9373743" y="2926080"/>
            <a:ext cx="2147697"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Arial Black"/>
              <a:buNone/>
            </a:pPr>
            <a:r>
              <a:rPr b="1" i="0" lang="en-US" sz="2200" u="none" cap="none" strike="noStrike">
                <a:solidFill>
                  <a:srgbClr val="000000"/>
                </a:solidFill>
                <a:latin typeface="Arial Black"/>
                <a:ea typeface="Arial Black"/>
                <a:cs typeface="Arial Black"/>
                <a:sym typeface="Arial Black"/>
              </a:rPr>
              <a:t>Invite</a:t>
            </a:r>
            <a:endParaRPr b="0" i="0" sz="2200" u="none" cap="none" strike="noStrike">
              <a:solidFill>
                <a:schemeClr val="dk1"/>
              </a:solidFill>
              <a:latin typeface="Calibri"/>
              <a:ea typeface="Calibri"/>
              <a:cs typeface="Calibri"/>
              <a:sym typeface="Calibri"/>
            </a:endParaRPr>
          </a:p>
        </p:txBody>
      </p:sp>
      <p:sp>
        <p:nvSpPr>
          <p:cNvPr id="409" name="Google Shape;409;p6"/>
          <p:cNvSpPr/>
          <p:nvPr/>
        </p:nvSpPr>
        <p:spPr>
          <a:xfrm>
            <a:off x="9373743" y="3474720"/>
            <a:ext cx="2147697"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50"/>
              <a:buFont typeface="Arial"/>
              <a:buNone/>
            </a:pPr>
            <a:r>
              <a:rPr b="0" i="0" lang="en-US" sz="1150" u="none" cap="none" strike="noStrike">
                <a:solidFill>
                  <a:srgbClr val="374151"/>
                </a:solidFill>
                <a:latin typeface="Arial"/>
                <a:ea typeface="Arial"/>
                <a:cs typeface="Arial"/>
                <a:sym typeface="Arial"/>
              </a:rPr>
              <a:t>Encourage engineers to submit their own examples and tag #TraceTheRants.</a:t>
            </a:r>
            <a:endParaRPr b="0" i="0" sz="1150" u="none" cap="none" strike="noStrike">
              <a:solidFill>
                <a:schemeClr val="dk1"/>
              </a:solidFill>
              <a:latin typeface="Calibri"/>
              <a:ea typeface="Calibri"/>
              <a:cs typeface="Calibri"/>
              <a:sym typeface="Calibri"/>
            </a:endParaRPr>
          </a:p>
        </p:txBody>
      </p:sp>
      <p:sp>
        <p:nvSpPr>
          <p:cNvPr id="410" name="Google Shape;410;p6"/>
          <p:cNvSpPr/>
          <p:nvPr/>
        </p:nvSpPr>
        <p:spPr>
          <a:xfrm>
            <a:off x="365760" y="4526280"/>
            <a:ext cx="11430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lang="en-US" sz="1000">
                <a:solidFill>
                  <a:srgbClr val="5B21B6"/>
                </a:solidFill>
                <a:latin typeface="Courier New"/>
                <a:ea typeface="Courier New"/>
                <a:cs typeface="Courier New"/>
                <a:sym typeface="Courier New"/>
              </a:rPr>
              <a:t>COMMUNITY BUILT ON </a:t>
            </a:r>
            <a:r>
              <a:rPr b="1" i="0" lang="en-US" sz="1000" u="none" cap="none" strike="noStrike">
                <a:solidFill>
                  <a:srgbClr val="5B21B6"/>
                </a:solidFill>
                <a:latin typeface="Courier New"/>
                <a:ea typeface="Courier New"/>
                <a:cs typeface="Courier New"/>
                <a:sym typeface="Courier New"/>
              </a:rPr>
              <a:t>THREE PILLARS.</a:t>
            </a:r>
            <a:endParaRPr b="0" i="0" sz="1000" u="none" cap="none" strike="noStrike">
              <a:solidFill>
                <a:schemeClr val="dk1"/>
              </a:solidFill>
              <a:latin typeface="Calibri"/>
              <a:ea typeface="Calibri"/>
              <a:cs typeface="Calibri"/>
              <a:sym typeface="Calibri"/>
            </a:endParaRPr>
          </a:p>
        </p:txBody>
      </p:sp>
      <p:cxnSp>
        <p:nvCxnSpPr>
          <p:cNvPr id="411" name="Google Shape;411;p6"/>
          <p:cNvCxnSpPr/>
          <p:nvPr/>
        </p:nvCxnSpPr>
        <p:spPr>
          <a:xfrm>
            <a:off x="365760" y="4846320"/>
            <a:ext cx="11430000" cy="0"/>
          </a:xfrm>
          <a:prstGeom prst="straightConnector1">
            <a:avLst/>
          </a:prstGeom>
          <a:noFill/>
          <a:ln cap="flat" cmpd="sng" w="9525">
            <a:solidFill>
              <a:srgbClr val="D1D5DB"/>
            </a:solidFill>
            <a:prstDash val="solid"/>
            <a:round/>
            <a:headEnd len="sm" w="sm" type="none"/>
            <a:tailEnd len="sm" w="sm" type="none"/>
          </a:ln>
        </p:spPr>
      </p:cxnSp>
      <p:cxnSp>
        <p:nvCxnSpPr>
          <p:cNvPr id="412" name="Google Shape;412;p6"/>
          <p:cNvCxnSpPr/>
          <p:nvPr/>
        </p:nvCxnSpPr>
        <p:spPr>
          <a:xfrm>
            <a:off x="365760" y="4983480"/>
            <a:ext cx="3642360" cy="0"/>
          </a:xfrm>
          <a:prstGeom prst="straightConnector1">
            <a:avLst/>
          </a:prstGeom>
          <a:noFill/>
          <a:ln cap="flat" cmpd="sng" w="9525">
            <a:solidFill>
              <a:srgbClr val="D1D5DB"/>
            </a:solidFill>
            <a:prstDash val="solid"/>
            <a:round/>
            <a:headEnd len="sm" w="sm" type="none"/>
            <a:tailEnd len="sm" w="sm" type="none"/>
          </a:ln>
        </p:spPr>
      </p:cxnSp>
      <p:cxnSp>
        <p:nvCxnSpPr>
          <p:cNvPr id="413" name="Google Shape;413;p6"/>
          <p:cNvCxnSpPr/>
          <p:nvPr/>
        </p:nvCxnSpPr>
        <p:spPr>
          <a:xfrm>
            <a:off x="365760" y="6675120"/>
            <a:ext cx="3642360" cy="0"/>
          </a:xfrm>
          <a:prstGeom prst="straightConnector1">
            <a:avLst/>
          </a:prstGeom>
          <a:noFill/>
          <a:ln cap="flat" cmpd="sng" w="9525">
            <a:solidFill>
              <a:srgbClr val="D1D5DB"/>
            </a:solidFill>
            <a:prstDash val="solid"/>
            <a:round/>
            <a:headEnd len="sm" w="sm" type="none"/>
            <a:tailEnd len="sm" w="sm" type="none"/>
          </a:ln>
        </p:spPr>
      </p:cxnSp>
      <p:cxnSp>
        <p:nvCxnSpPr>
          <p:cNvPr id="414" name="Google Shape;414;p6"/>
          <p:cNvCxnSpPr/>
          <p:nvPr/>
        </p:nvCxnSpPr>
        <p:spPr>
          <a:xfrm>
            <a:off x="365760" y="4983480"/>
            <a:ext cx="0" cy="1691640"/>
          </a:xfrm>
          <a:prstGeom prst="straightConnector1">
            <a:avLst/>
          </a:prstGeom>
          <a:noFill/>
          <a:ln cap="flat" cmpd="sng" w="9525">
            <a:solidFill>
              <a:srgbClr val="D1D5DB"/>
            </a:solidFill>
            <a:prstDash val="solid"/>
            <a:round/>
            <a:headEnd len="sm" w="sm" type="none"/>
            <a:tailEnd len="sm" w="sm" type="none"/>
          </a:ln>
        </p:spPr>
      </p:cxnSp>
      <p:cxnSp>
        <p:nvCxnSpPr>
          <p:cNvPr id="415" name="Google Shape;415;p6"/>
          <p:cNvCxnSpPr/>
          <p:nvPr/>
        </p:nvCxnSpPr>
        <p:spPr>
          <a:xfrm>
            <a:off x="4008120" y="4983480"/>
            <a:ext cx="0" cy="1691640"/>
          </a:xfrm>
          <a:prstGeom prst="straightConnector1">
            <a:avLst/>
          </a:prstGeom>
          <a:noFill/>
          <a:ln cap="flat" cmpd="sng" w="9525">
            <a:solidFill>
              <a:srgbClr val="D1D5DB"/>
            </a:solidFill>
            <a:prstDash val="solid"/>
            <a:round/>
            <a:headEnd len="sm" w="sm" type="none"/>
            <a:tailEnd len="sm" w="sm" type="none"/>
          </a:ln>
        </p:spPr>
      </p:cxnSp>
      <p:cxnSp>
        <p:nvCxnSpPr>
          <p:cNvPr id="416" name="Google Shape;416;p6"/>
          <p:cNvCxnSpPr/>
          <p:nvPr/>
        </p:nvCxnSpPr>
        <p:spPr>
          <a:xfrm>
            <a:off x="365760" y="4983480"/>
            <a:ext cx="164592" cy="0"/>
          </a:xfrm>
          <a:prstGeom prst="straightConnector1">
            <a:avLst/>
          </a:prstGeom>
          <a:noFill/>
          <a:ln cap="flat" cmpd="sng" w="12700">
            <a:solidFill>
              <a:srgbClr val="0A0A0A"/>
            </a:solidFill>
            <a:prstDash val="solid"/>
            <a:round/>
            <a:headEnd len="sm" w="sm" type="none"/>
            <a:tailEnd len="sm" w="sm" type="none"/>
          </a:ln>
        </p:spPr>
      </p:cxnSp>
      <p:cxnSp>
        <p:nvCxnSpPr>
          <p:cNvPr id="417" name="Google Shape;417;p6"/>
          <p:cNvCxnSpPr/>
          <p:nvPr/>
        </p:nvCxnSpPr>
        <p:spPr>
          <a:xfrm>
            <a:off x="365760" y="4983480"/>
            <a:ext cx="0" cy="164592"/>
          </a:xfrm>
          <a:prstGeom prst="straightConnector1">
            <a:avLst/>
          </a:prstGeom>
          <a:noFill/>
          <a:ln cap="flat" cmpd="sng" w="12700">
            <a:solidFill>
              <a:srgbClr val="0A0A0A"/>
            </a:solidFill>
            <a:prstDash val="solid"/>
            <a:round/>
            <a:headEnd len="sm" w="sm" type="none"/>
            <a:tailEnd len="sm" w="sm" type="none"/>
          </a:ln>
        </p:spPr>
      </p:cxnSp>
      <p:cxnSp>
        <p:nvCxnSpPr>
          <p:cNvPr id="418" name="Google Shape;418;p6"/>
          <p:cNvCxnSpPr/>
          <p:nvPr/>
        </p:nvCxnSpPr>
        <p:spPr>
          <a:xfrm>
            <a:off x="3843528" y="4983480"/>
            <a:ext cx="164592" cy="0"/>
          </a:xfrm>
          <a:prstGeom prst="straightConnector1">
            <a:avLst/>
          </a:prstGeom>
          <a:noFill/>
          <a:ln cap="flat" cmpd="sng" w="12700">
            <a:solidFill>
              <a:srgbClr val="0A0A0A"/>
            </a:solidFill>
            <a:prstDash val="solid"/>
            <a:round/>
            <a:headEnd len="sm" w="sm" type="none"/>
            <a:tailEnd len="sm" w="sm" type="none"/>
          </a:ln>
        </p:spPr>
      </p:cxnSp>
      <p:cxnSp>
        <p:nvCxnSpPr>
          <p:cNvPr id="419" name="Google Shape;419;p6"/>
          <p:cNvCxnSpPr/>
          <p:nvPr/>
        </p:nvCxnSpPr>
        <p:spPr>
          <a:xfrm>
            <a:off x="4008120" y="4983480"/>
            <a:ext cx="0" cy="164592"/>
          </a:xfrm>
          <a:prstGeom prst="straightConnector1">
            <a:avLst/>
          </a:prstGeom>
          <a:noFill/>
          <a:ln cap="flat" cmpd="sng" w="12700">
            <a:solidFill>
              <a:srgbClr val="0A0A0A"/>
            </a:solidFill>
            <a:prstDash val="solid"/>
            <a:round/>
            <a:headEnd len="sm" w="sm" type="none"/>
            <a:tailEnd len="sm" w="sm" type="none"/>
          </a:ln>
        </p:spPr>
      </p:cxnSp>
      <p:cxnSp>
        <p:nvCxnSpPr>
          <p:cNvPr id="420" name="Google Shape;420;p6"/>
          <p:cNvCxnSpPr/>
          <p:nvPr/>
        </p:nvCxnSpPr>
        <p:spPr>
          <a:xfrm>
            <a:off x="365760" y="6510528"/>
            <a:ext cx="0" cy="164592"/>
          </a:xfrm>
          <a:prstGeom prst="straightConnector1">
            <a:avLst/>
          </a:prstGeom>
          <a:noFill/>
          <a:ln cap="flat" cmpd="sng" w="12700">
            <a:solidFill>
              <a:srgbClr val="0A0A0A"/>
            </a:solidFill>
            <a:prstDash val="solid"/>
            <a:round/>
            <a:headEnd len="sm" w="sm" type="none"/>
            <a:tailEnd len="sm" w="sm" type="none"/>
          </a:ln>
        </p:spPr>
      </p:cxnSp>
      <p:cxnSp>
        <p:nvCxnSpPr>
          <p:cNvPr id="421" name="Google Shape;421;p6"/>
          <p:cNvCxnSpPr/>
          <p:nvPr/>
        </p:nvCxnSpPr>
        <p:spPr>
          <a:xfrm>
            <a:off x="365760" y="6675120"/>
            <a:ext cx="164592" cy="0"/>
          </a:xfrm>
          <a:prstGeom prst="straightConnector1">
            <a:avLst/>
          </a:prstGeom>
          <a:noFill/>
          <a:ln cap="flat" cmpd="sng" w="12700">
            <a:solidFill>
              <a:srgbClr val="0A0A0A"/>
            </a:solidFill>
            <a:prstDash val="solid"/>
            <a:round/>
            <a:headEnd len="sm" w="sm" type="none"/>
            <a:tailEnd len="sm" w="sm" type="none"/>
          </a:ln>
        </p:spPr>
      </p:cxnSp>
      <p:cxnSp>
        <p:nvCxnSpPr>
          <p:cNvPr id="422" name="Google Shape;422;p6"/>
          <p:cNvCxnSpPr/>
          <p:nvPr/>
        </p:nvCxnSpPr>
        <p:spPr>
          <a:xfrm>
            <a:off x="3843528" y="6675120"/>
            <a:ext cx="164592" cy="0"/>
          </a:xfrm>
          <a:prstGeom prst="straightConnector1">
            <a:avLst/>
          </a:prstGeom>
          <a:noFill/>
          <a:ln cap="flat" cmpd="sng" w="12700">
            <a:solidFill>
              <a:srgbClr val="0A0A0A"/>
            </a:solidFill>
            <a:prstDash val="solid"/>
            <a:round/>
            <a:headEnd len="sm" w="sm" type="none"/>
            <a:tailEnd len="sm" w="sm" type="none"/>
          </a:ln>
        </p:spPr>
      </p:cxnSp>
      <p:cxnSp>
        <p:nvCxnSpPr>
          <p:cNvPr id="423" name="Google Shape;423;p6"/>
          <p:cNvCxnSpPr/>
          <p:nvPr/>
        </p:nvCxnSpPr>
        <p:spPr>
          <a:xfrm>
            <a:off x="4008120" y="6510528"/>
            <a:ext cx="0" cy="164592"/>
          </a:xfrm>
          <a:prstGeom prst="straightConnector1">
            <a:avLst/>
          </a:prstGeom>
          <a:noFill/>
          <a:ln cap="flat" cmpd="sng" w="12700">
            <a:solidFill>
              <a:srgbClr val="0A0A0A"/>
            </a:solidFill>
            <a:prstDash val="solid"/>
            <a:round/>
            <a:headEnd len="sm" w="sm" type="none"/>
            <a:tailEnd len="sm" w="sm" type="none"/>
          </a:ln>
        </p:spPr>
      </p:cxnSp>
      <p:sp>
        <p:nvSpPr>
          <p:cNvPr id="424" name="Google Shape;424;p6"/>
          <p:cNvSpPr/>
          <p:nvPr/>
        </p:nvSpPr>
        <p:spPr>
          <a:xfrm>
            <a:off x="685800" y="5212080"/>
            <a:ext cx="3002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PILLAR I</a:t>
            </a:r>
            <a:endParaRPr b="0" i="0" sz="1000" u="none" cap="none" strike="noStrike">
              <a:solidFill>
                <a:schemeClr val="dk1"/>
              </a:solidFill>
              <a:latin typeface="Calibri"/>
              <a:ea typeface="Calibri"/>
              <a:cs typeface="Calibri"/>
              <a:sym typeface="Calibri"/>
            </a:endParaRPr>
          </a:p>
        </p:txBody>
      </p:sp>
      <p:sp>
        <p:nvSpPr>
          <p:cNvPr id="425" name="Google Shape;425;p6"/>
          <p:cNvSpPr/>
          <p:nvPr/>
        </p:nvSpPr>
        <p:spPr>
          <a:xfrm>
            <a:off x="685800" y="5532120"/>
            <a:ext cx="3002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Arial Black"/>
              <a:buNone/>
            </a:pPr>
            <a:r>
              <a:rPr b="1" i="0" lang="en-US" sz="2400" u="none" cap="none" strike="noStrike">
                <a:solidFill>
                  <a:srgbClr val="000000"/>
                </a:solidFill>
                <a:latin typeface="Arial Black"/>
                <a:ea typeface="Arial Black"/>
                <a:cs typeface="Arial Black"/>
                <a:sym typeface="Arial Black"/>
              </a:rPr>
              <a:t>Relatable</a:t>
            </a:r>
            <a:endParaRPr b="0" i="0" sz="2400" u="none" cap="none" strike="noStrike">
              <a:solidFill>
                <a:schemeClr val="dk1"/>
              </a:solidFill>
              <a:latin typeface="Calibri"/>
              <a:ea typeface="Calibri"/>
              <a:cs typeface="Calibri"/>
              <a:sym typeface="Calibri"/>
            </a:endParaRPr>
          </a:p>
        </p:txBody>
      </p:sp>
      <p:sp>
        <p:nvSpPr>
          <p:cNvPr id="426" name="Google Shape;426;p6"/>
          <p:cNvSpPr/>
          <p:nvPr/>
        </p:nvSpPr>
        <p:spPr>
          <a:xfrm>
            <a:off x="685800" y="6080760"/>
            <a:ext cx="3002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Show we live their pain. Laugh with them, not at them.</a:t>
            </a:r>
            <a:endParaRPr b="0" i="0" sz="1200" u="none" cap="none" strike="noStrike">
              <a:solidFill>
                <a:schemeClr val="dk1"/>
              </a:solidFill>
              <a:latin typeface="Calibri"/>
              <a:ea typeface="Calibri"/>
              <a:cs typeface="Calibri"/>
              <a:sym typeface="Calibri"/>
            </a:endParaRPr>
          </a:p>
        </p:txBody>
      </p:sp>
      <p:cxnSp>
        <p:nvCxnSpPr>
          <p:cNvPr id="427" name="Google Shape;427;p6"/>
          <p:cNvCxnSpPr/>
          <p:nvPr/>
        </p:nvCxnSpPr>
        <p:spPr>
          <a:xfrm>
            <a:off x="4259580" y="4983480"/>
            <a:ext cx="3642360" cy="0"/>
          </a:xfrm>
          <a:prstGeom prst="straightConnector1">
            <a:avLst/>
          </a:prstGeom>
          <a:noFill/>
          <a:ln cap="flat" cmpd="sng" w="9525">
            <a:solidFill>
              <a:srgbClr val="D1D5DB"/>
            </a:solidFill>
            <a:prstDash val="solid"/>
            <a:round/>
            <a:headEnd len="sm" w="sm" type="none"/>
            <a:tailEnd len="sm" w="sm" type="none"/>
          </a:ln>
        </p:spPr>
      </p:cxnSp>
      <p:cxnSp>
        <p:nvCxnSpPr>
          <p:cNvPr id="428" name="Google Shape;428;p6"/>
          <p:cNvCxnSpPr/>
          <p:nvPr/>
        </p:nvCxnSpPr>
        <p:spPr>
          <a:xfrm>
            <a:off x="4259580" y="6675120"/>
            <a:ext cx="3642360" cy="0"/>
          </a:xfrm>
          <a:prstGeom prst="straightConnector1">
            <a:avLst/>
          </a:prstGeom>
          <a:noFill/>
          <a:ln cap="flat" cmpd="sng" w="9525">
            <a:solidFill>
              <a:srgbClr val="D1D5DB"/>
            </a:solidFill>
            <a:prstDash val="solid"/>
            <a:round/>
            <a:headEnd len="sm" w="sm" type="none"/>
            <a:tailEnd len="sm" w="sm" type="none"/>
          </a:ln>
        </p:spPr>
      </p:cxnSp>
      <p:cxnSp>
        <p:nvCxnSpPr>
          <p:cNvPr id="429" name="Google Shape;429;p6"/>
          <p:cNvCxnSpPr/>
          <p:nvPr/>
        </p:nvCxnSpPr>
        <p:spPr>
          <a:xfrm>
            <a:off x="4259580" y="4983480"/>
            <a:ext cx="0" cy="1691640"/>
          </a:xfrm>
          <a:prstGeom prst="straightConnector1">
            <a:avLst/>
          </a:prstGeom>
          <a:noFill/>
          <a:ln cap="flat" cmpd="sng" w="9525">
            <a:solidFill>
              <a:srgbClr val="D1D5DB"/>
            </a:solidFill>
            <a:prstDash val="solid"/>
            <a:round/>
            <a:headEnd len="sm" w="sm" type="none"/>
            <a:tailEnd len="sm" w="sm" type="none"/>
          </a:ln>
        </p:spPr>
      </p:cxnSp>
      <p:cxnSp>
        <p:nvCxnSpPr>
          <p:cNvPr id="430" name="Google Shape;430;p6"/>
          <p:cNvCxnSpPr/>
          <p:nvPr/>
        </p:nvCxnSpPr>
        <p:spPr>
          <a:xfrm>
            <a:off x="7901940" y="4983480"/>
            <a:ext cx="0" cy="1691640"/>
          </a:xfrm>
          <a:prstGeom prst="straightConnector1">
            <a:avLst/>
          </a:prstGeom>
          <a:noFill/>
          <a:ln cap="flat" cmpd="sng" w="9525">
            <a:solidFill>
              <a:srgbClr val="D1D5DB"/>
            </a:solidFill>
            <a:prstDash val="solid"/>
            <a:round/>
            <a:headEnd len="sm" w="sm" type="none"/>
            <a:tailEnd len="sm" w="sm" type="none"/>
          </a:ln>
        </p:spPr>
      </p:cxnSp>
      <p:cxnSp>
        <p:nvCxnSpPr>
          <p:cNvPr id="431" name="Google Shape;431;p6"/>
          <p:cNvCxnSpPr/>
          <p:nvPr/>
        </p:nvCxnSpPr>
        <p:spPr>
          <a:xfrm>
            <a:off x="4259580" y="4983480"/>
            <a:ext cx="164592" cy="0"/>
          </a:xfrm>
          <a:prstGeom prst="straightConnector1">
            <a:avLst/>
          </a:prstGeom>
          <a:noFill/>
          <a:ln cap="flat" cmpd="sng" w="12700">
            <a:solidFill>
              <a:srgbClr val="0A0A0A"/>
            </a:solidFill>
            <a:prstDash val="solid"/>
            <a:round/>
            <a:headEnd len="sm" w="sm" type="none"/>
            <a:tailEnd len="sm" w="sm" type="none"/>
          </a:ln>
        </p:spPr>
      </p:cxnSp>
      <p:cxnSp>
        <p:nvCxnSpPr>
          <p:cNvPr id="432" name="Google Shape;432;p6"/>
          <p:cNvCxnSpPr/>
          <p:nvPr/>
        </p:nvCxnSpPr>
        <p:spPr>
          <a:xfrm>
            <a:off x="4259580" y="4983480"/>
            <a:ext cx="0" cy="164592"/>
          </a:xfrm>
          <a:prstGeom prst="straightConnector1">
            <a:avLst/>
          </a:prstGeom>
          <a:noFill/>
          <a:ln cap="flat" cmpd="sng" w="12700">
            <a:solidFill>
              <a:srgbClr val="0A0A0A"/>
            </a:solidFill>
            <a:prstDash val="solid"/>
            <a:round/>
            <a:headEnd len="sm" w="sm" type="none"/>
            <a:tailEnd len="sm" w="sm" type="none"/>
          </a:ln>
        </p:spPr>
      </p:cxnSp>
      <p:cxnSp>
        <p:nvCxnSpPr>
          <p:cNvPr id="433" name="Google Shape;433;p6"/>
          <p:cNvCxnSpPr/>
          <p:nvPr/>
        </p:nvCxnSpPr>
        <p:spPr>
          <a:xfrm>
            <a:off x="7737348" y="4983480"/>
            <a:ext cx="164592" cy="0"/>
          </a:xfrm>
          <a:prstGeom prst="straightConnector1">
            <a:avLst/>
          </a:prstGeom>
          <a:noFill/>
          <a:ln cap="flat" cmpd="sng" w="12700">
            <a:solidFill>
              <a:srgbClr val="0A0A0A"/>
            </a:solidFill>
            <a:prstDash val="solid"/>
            <a:round/>
            <a:headEnd len="sm" w="sm" type="none"/>
            <a:tailEnd len="sm" w="sm" type="none"/>
          </a:ln>
        </p:spPr>
      </p:cxnSp>
      <p:cxnSp>
        <p:nvCxnSpPr>
          <p:cNvPr id="434" name="Google Shape;434;p6"/>
          <p:cNvCxnSpPr/>
          <p:nvPr/>
        </p:nvCxnSpPr>
        <p:spPr>
          <a:xfrm>
            <a:off x="7901940" y="4983480"/>
            <a:ext cx="0" cy="164592"/>
          </a:xfrm>
          <a:prstGeom prst="straightConnector1">
            <a:avLst/>
          </a:prstGeom>
          <a:noFill/>
          <a:ln cap="flat" cmpd="sng" w="12700">
            <a:solidFill>
              <a:srgbClr val="0A0A0A"/>
            </a:solidFill>
            <a:prstDash val="solid"/>
            <a:round/>
            <a:headEnd len="sm" w="sm" type="none"/>
            <a:tailEnd len="sm" w="sm" type="none"/>
          </a:ln>
        </p:spPr>
      </p:cxnSp>
      <p:cxnSp>
        <p:nvCxnSpPr>
          <p:cNvPr id="435" name="Google Shape;435;p6"/>
          <p:cNvCxnSpPr/>
          <p:nvPr/>
        </p:nvCxnSpPr>
        <p:spPr>
          <a:xfrm>
            <a:off x="4259580" y="6510528"/>
            <a:ext cx="0" cy="164592"/>
          </a:xfrm>
          <a:prstGeom prst="straightConnector1">
            <a:avLst/>
          </a:prstGeom>
          <a:noFill/>
          <a:ln cap="flat" cmpd="sng" w="12700">
            <a:solidFill>
              <a:srgbClr val="0A0A0A"/>
            </a:solidFill>
            <a:prstDash val="solid"/>
            <a:round/>
            <a:headEnd len="sm" w="sm" type="none"/>
            <a:tailEnd len="sm" w="sm" type="none"/>
          </a:ln>
        </p:spPr>
      </p:cxnSp>
      <p:cxnSp>
        <p:nvCxnSpPr>
          <p:cNvPr id="436" name="Google Shape;436;p6"/>
          <p:cNvCxnSpPr/>
          <p:nvPr/>
        </p:nvCxnSpPr>
        <p:spPr>
          <a:xfrm>
            <a:off x="4259580" y="6675120"/>
            <a:ext cx="164592" cy="0"/>
          </a:xfrm>
          <a:prstGeom prst="straightConnector1">
            <a:avLst/>
          </a:prstGeom>
          <a:noFill/>
          <a:ln cap="flat" cmpd="sng" w="12700">
            <a:solidFill>
              <a:srgbClr val="0A0A0A"/>
            </a:solidFill>
            <a:prstDash val="solid"/>
            <a:round/>
            <a:headEnd len="sm" w="sm" type="none"/>
            <a:tailEnd len="sm" w="sm" type="none"/>
          </a:ln>
        </p:spPr>
      </p:cxnSp>
      <p:cxnSp>
        <p:nvCxnSpPr>
          <p:cNvPr id="437" name="Google Shape;437;p6"/>
          <p:cNvCxnSpPr/>
          <p:nvPr/>
        </p:nvCxnSpPr>
        <p:spPr>
          <a:xfrm>
            <a:off x="7737348" y="6675120"/>
            <a:ext cx="164592" cy="0"/>
          </a:xfrm>
          <a:prstGeom prst="straightConnector1">
            <a:avLst/>
          </a:prstGeom>
          <a:noFill/>
          <a:ln cap="flat" cmpd="sng" w="12700">
            <a:solidFill>
              <a:srgbClr val="0A0A0A"/>
            </a:solidFill>
            <a:prstDash val="solid"/>
            <a:round/>
            <a:headEnd len="sm" w="sm" type="none"/>
            <a:tailEnd len="sm" w="sm" type="none"/>
          </a:ln>
        </p:spPr>
      </p:cxnSp>
      <p:cxnSp>
        <p:nvCxnSpPr>
          <p:cNvPr id="438" name="Google Shape;438;p6"/>
          <p:cNvCxnSpPr/>
          <p:nvPr/>
        </p:nvCxnSpPr>
        <p:spPr>
          <a:xfrm>
            <a:off x="7901940" y="6510528"/>
            <a:ext cx="0" cy="164592"/>
          </a:xfrm>
          <a:prstGeom prst="straightConnector1">
            <a:avLst/>
          </a:prstGeom>
          <a:noFill/>
          <a:ln cap="flat" cmpd="sng" w="12700">
            <a:solidFill>
              <a:srgbClr val="0A0A0A"/>
            </a:solidFill>
            <a:prstDash val="solid"/>
            <a:round/>
            <a:headEnd len="sm" w="sm" type="none"/>
            <a:tailEnd len="sm" w="sm" type="none"/>
          </a:ln>
        </p:spPr>
      </p:cxnSp>
      <p:sp>
        <p:nvSpPr>
          <p:cNvPr id="439" name="Google Shape;439;p6"/>
          <p:cNvSpPr/>
          <p:nvPr/>
        </p:nvSpPr>
        <p:spPr>
          <a:xfrm>
            <a:off x="4579620" y="5212080"/>
            <a:ext cx="3002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PILLAR II</a:t>
            </a:r>
            <a:endParaRPr b="0" i="0" sz="1000" u="none" cap="none" strike="noStrike">
              <a:solidFill>
                <a:schemeClr val="dk1"/>
              </a:solidFill>
              <a:latin typeface="Calibri"/>
              <a:ea typeface="Calibri"/>
              <a:cs typeface="Calibri"/>
              <a:sym typeface="Calibri"/>
            </a:endParaRPr>
          </a:p>
        </p:txBody>
      </p:sp>
      <p:sp>
        <p:nvSpPr>
          <p:cNvPr id="440" name="Google Shape;440;p6"/>
          <p:cNvSpPr/>
          <p:nvPr/>
        </p:nvSpPr>
        <p:spPr>
          <a:xfrm>
            <a:off x="4579620" y="5532120"/>
            <a:ext cx="3002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Arial Black"/>
              <a:buNone/>
            </a:pPr>
            <a:r>
              <a:rPr b="1" i="0" lang="en-US" sz="2400" u="none" cap="none" strike="noStrike">
                <a:solidFill>
                  <a:srgbClr val="000000"/>
                </a:solidFill>
                <a:latin typeface="Arial Black"/>
                <a:ea typeface="Arial Black"/>
                <a:cs typeface="Arial Black"/>
                <a:sym typeface="Arial Black"/>
              </a:rPr>
              <a:t>Credible</a:t>
            </a:r>
            <a:endParaRPr b="0" i="0" sz="2400" u="none" cap="none" strike="noStrike">
              <a:solidFill>
                <a:schemeClr val="dk1"/>
              </a:solidFill>
              <a:latin typeface="Calibri"/>
              <a:ea typeface="Calibri"/>
              <a:cs typeface="Calibri"/>
              <a:sym typeface="Calibri"/>
            </a:endParaRPr>
          </a:p>
        </p:txBody>
      </p:sp>
      <p:sp>
        <p:nvSpPr>
          <p:cNvPr id="441" name="Google Shape;441;p6"/>
          <p:cNvSpPr/>
          <p:nvPr/>
        </p:nvSpPr>
        <p:spPr>
          <a:xfrm>
            <a:off x="4579620" y="6080760"/>
            <a:ext cx="3002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Show up in Reddit threads with non-spammy, technical replies.</a:t>
            </a:r>
            <a:endParaRPr b="0" i="0" sz="1200" u="none" cap="none" strike="noStrike">
              <a:solidFill>
                <a:schemeClr val="dk1"/>
              </a:solidFill>
              <a:latin typeface="Calibri"/>
              <a:ea typeface="Calibri"/>
              <a:cs typeface="Calibri"/>
              <a:sym typeface="Calibri"/>
            </a:endParaRPr>
          </a:p>
        </p:txBody>
      </p:sp>
      <p:cxnSp>
        <p:nvCxnSpPr>
          <p:cNvPr id="442" name="Google Shape;442;p6"/>
          <p:cNvCxnSpPr/>
          <p:nvPr/>
        </p:nvCxnSpPr>
        <p:spPr>
          <a:xfrm>
            <a:off x="8153400" y="4983480"/>
            <a:ext cx="3642360" cy="0"/>
          </a:xfrm>
          <a:prstGeom prst="straightConnector1">
            <a:avLst/>
          </a:prstGeom>
          <a:noFill/>
          <a:ln cap="flat" cmpd="sng" w="9525">
            <a:solidFill>
              <a:srgbClr val="D1D5DB"/>
            </a:solidFill>
            <a:prstDash val="solid"/>
            <a:round/>
            <a:headEnd len="sm" w="sm" type="none"/>
            <a:tailEnd len="sm" w="sm" type="none"/>
          </a:ln>
        </p:spPr>
      </p:cxnSp>
      <p:cxnSp>
        <p:nvCxnSpPr>
          <p:cNvPr id="443" name="Google Shape;443;p6"/>
          <p:cNvCxnSpPr/>
          <p:nvPr/>
        </p:nvCxnSpPr>
        <p:spPr>
          <a:xfrm>
            <a:off x="8153400" y="6675120"/>
            <a:ext cx="3642360" cy="0"/>
          </a:xfrm>
          <a:prstGeom prst="straightConnector1">
            <a:avLst/>
          </a:prstGeom>
          <a:noFill/>
          <a:ln cap="flat" cmpd="sng" w="9525">
            <a:solidFill>
              <a:srgbClr val="D1D5DB"/>
            </a:solidFill>
            <a:prstDash val="solid"/>
            <a:round/>
            <a:headEnd len="sm" w="sm" type="none"/>
            <a:tailEnd len="sm" w="sm" type="none"/>
          </a:ln>
        </p:spPr>
      </p:cxnSp>
      <p:cxnSp>
        <p:nvCxnSpPr>
          <p:cNvPr id="444" name="Google Shape;444;p6"/>
          <p:cNvCxnSpPr/>
          <p:nvPr/>
        </p:nvCxnSpPr>
        <p:spPr>
          <a:xfrm>
            <a:off x="8153400" y="4983480"/>
            <a:ext cx="0" cy="1691640"/>
          </a:xfrm>
          <a:prstGeom prst="straightConnector1">
            <a:avLst/>
          </a:prstGeom>
          <a:noFill/>
          <a:ln cap="flat" cmpd="sng" w="9525">
            <a:solidFill>
              <a:srgbClr val="D1D5DB"/>
            </a:solidFill>
            <a:prstDash val="solid"/>
            <a:round/>
            <a:headEnd len="sm" w="sm" type="none"/>
            <a:tailEnd len="sm" w="sm" type="none"/>
          </a:ln>
        </p:spPr>
      </p:cxnSp>
      <p:cxnSp>
        <p:nvCxnSpPr>
          <p:cNvPr id="445" name="Google Shape;445;p6"/>
          <p:cNvCxnSpPr/>
          <p:nvPr/>
        </p:nvCxnSpPr>
        <p:spPr>
          <a:xfrm>
            <a:off x="11795760" y="4983480"/>
            <a:ext cx="0" cy="1691640"/>
          </a:xfrm>
          <a:prstGeom prst="straightConnector1">
            <a:avLst/>
          </a:prstGeom>
          <a:noFill/>
          <a:ln cap="flat" cmpd="sng" w="9525">
            <a:solidFill>
              <a:srgbClr val="D1D5DB"/>
            </a:solidFill>
            <a:prstDash val="solid"/>
            <a:round/>
            <a:headEnd len="sm" w="sm" type="none"/>
            <a:tailEnd len="sm" w="sm" type="none"/>
          </a:ln>
        </p:spPr>
      </p:cxnSp>
      <p:cxnSp>
        <p:nvCxnSpPr>
          <p:cNvPr id="446" name="Google Shape;446;p6"/>
          <p:cNvCxnSpPr/>
          <p:nvPr/>
        </p:nvCxnSpPr>
        <p:spPr>
          <a:xfrm>
            <a:off x="8153400" y="4983480"/>
            <a:ext cx="164592" cy="0"/>
          </a:xfrm>
          <a:prstGeom prst="straightConnector1">
            <a:avLst/>
          </a:prstGeom>
          <a:noFill/>
          <a:ln cap="flat" cmpd="sng" w="12700">
            <a:solidFill>
              <a:srgbClr val="0A0A0A"/>
            </a:solidFill>
            <a:prstDash val="solid"/>
            <a:round/>
            <a:headEnd len="sm" w="sm" type="none"/>
            <a:tailEnd len="sm" w="sm" type="none"/>
          </a:ln>
        </p:spPr>
      </p:cxnSp>
      <p:cxnSp>
        <p:nvCxnSpPr>
          <p:cNvPr id="447" name="Google Shape;447;p6"/>
          <p:cNvCxnSpPr/>
          <p:nvPr/>
        </p:nvCxnSpPr>
        <p:spPr>
          <a:xfrm>
            <a:off x="8153400" y="4983480"/>
            <a:ext cx="0" cy="164592"/>
          </a:xfrm>
          <a:prstGeom prst="straightConnector1">
            <a:avLst/>
          </a:prstGeom>
          <a:noFill/>
          <a:ln cap="flat" cmpd="sng" w="12700">
            <a:solidFill>
              <a:srgbClr val="0A0A0A"/>
            </a:solidFill>
            <a:prstDash val="solid"/>
            <a:round/>
            <a:headEnd len="sm" w="sm" type="none"/>
            <a:tailEnd len="sm" w="sm" type="none"/>
          </a:ln>
        </p:spPr>
      </p:cxnSp>
      <p:cxnSp>
        <p:nvCxnSpPr>
          <p:cNvPr id="448" name="Google Shape;448;p6"/>
          <p:cNvCxnSpPr/>
          <p:nvPr/>
        </p:nvCxnSpPr>
        <p:spPr>
          <a:xfrm>
            <a:off x="11631168" y="4983480"/>
            <a:ext cx="164592" cy="0"/>
          </a:xfrm>
          <a:prstGeom prst="straightConnector1">
            <a:avLst/>
          </a:prstGeom>
          <a:noFill/>
          <a:ln cap="flat" cmpd="sng" w="12700">
            <a:solidFill>
              <a:srgbClr val="0A0A0A"/>
            </a:solidFill>
            <a:prstDash val="solid"/>
            <a:round/>
            <a:headEnd len="sm" w="sm" type="none"/>
            <a:tailEnd len="sm" w="sm" type="none"/>
          </a:ln>
        </p:spPr>
      </p:cxnSp>
      <p:cxnSp>
        <p:nvCxnSpPr>
          <p:cNvPr id="449" name="Google Shape;449;p6"/>
          <p:cNvCxnSpPr/>
          <p:nvPr/>
        </p:nvCxnSpPr>
        <p:spPr>
          <a:xfrm>
            <a:off x="11795760" y="4983480"/>
            <a:ext cx="0" cy="164592"/>
          </a:xfrm>
          <a:prstGeom prst="straightConnector1">
            <a:avLst/>
          </a:prstGeom>
          <a:noFill/>
          <a:ln cap="flat" cmpd="sng" w="12700">
            <a:solidFill>
              <a:srgbClr val="0A0A0A"/>
            </a:solidFill>
            <a:prstDash val="solid"/>
            <a:round/>
            <a:headEnd len="sm" w="sm" type="none"/>
            <a:tailEnd len="sm" w="sm" type="none"/>
          </a:ln>
        </p:spPr>
      </p:cxnSp>
      <p:cxnSp>
        <p:nvCxnSpPr>
          <p:cNvPr id="450" name="Google Shape;450;p6"/>
          <p:cNvCxnSpPr/>
          <p:nvPr/>
        </p:nvCxnSpPr>
        <p:spPr>
          <a:xfrm>
            <a:off x="8153400" y="6510528"/>
            <a:ext cx="0" cy="164592"/>
          </a:xfrm>
          <a:prstGeom prst="straightConnector1">
            <a:avLst/>
          </a:prstGeom>
          <a:noFill/>
          <a:ln cap="flat" cmpd="sng" w="12700">
            <a:solidFill>
              <a:srgbClr val="0A0A0A"/>
            </a:solidFill>
            <a:prstDash val="solid"/>
            <a:round/>
            <a:headEnd len="sm" w="sm" type="none"/>
            <a:tailEnd len="sm" w="sm" type="none"/>
          </a:ln>
        </p:spPr>
      </p:cxnSp>
      <p:cxnSp>
        <p:nvCxnSpPr>
          <p:cNvPr id="451" name="Google Shape;451;p6"/>
          <p:cNvCxnSpPr/>
          <p:nvPr/>
        </p:nvCxnSpPr>
        <p:spPr>
          <a:xfrm>
            <a:off x="8153400" y="6675120"/>
            <a:ext cx="164592" cy="0"/>
          </a:xfrm>
          <a:prstGeom prst="straightConnector1">
            <a:avLst/>
          </a:prstGeom>
          <a:noFill/>
          <a:ln cap="flat" cmpd="sng" w="12700">
            <a:solidFill>
              <a:srgbClr val="0A0A0A"/>
            </a:solidFill>
            <a:prstDash val="solid"/>
            <a:round/>
            <a:headEnd len="sm" w="sm" type="none"/>
            <a:tailEnd len="sm" w="sm" type="none"/>
          </a:ln>
        </p:spPr>
      </p:cxnSp>
      <p:cxnSp>
        <p:nvCxnSpPr>
          <p:cNvPr id="452" name="Google Shape;452;p6"/>
          <p:cNvCxnSpPr/>
          <p:nvPr/>
        </p:nvCxnSpPr>
        <p:spPr>
          <a:xfrm>
            <a:off x="11631168" y="6675120"/>
            <a:ext cx="164592" cy="0"/>
          </a:xfrm>
          <a:prstGeom prst="straightConnector1">
            <a:avLst/>
          </a:prstGeom>
          <a:noFill/>
          <a:ln cap="flat" cmpd="sng" w="12700">
            <a:solidFill>
              <a:srgbClr val="0A0A0A"/>
            </a:solidFill>
            <a:prstDash val="solid"/>
            <a:round/>
            <a:headEnd len="sm" w="sm" type="none"/>
            <a:tailEnd len="sm" w="sm" type="none"/>
          </a:ln>
        </p:spPr>
      </p:cxnSp>
      <p:cxnSp>
        <p:nvCxnSpPr>
          <p:cNvPr id="453" name="Google Shape;453;p6"/>
          <p:cNvCxnSpPr/>
          <p:nvPr/>
        </p:nvCxnSpPr>
        <p:spPr>
          <a:xfrm>
            <a:off x="11795760" y="6510528"/>
            <a:ext cx="0" cy="164592"/>
          </a:xfrm>
          <a:prstGeom prst="straightConnector1">
            <a:avLst/>
          </a:prstGeom>
          <a:noFill/>
          <a:ln cap="flat" cmpd="sng" w="12700">
            <a:solidFill>
              <a:srgbClr val="0A0A0A"/>
            </a:solidFill>
            <a:prstDash val="solid"/>
            <a:round/>
            <a:headEnd len="sm" w="sm" type="none"/>
            <a:tailEnd len="sm" w="sm" type="none"/>
          </a:ln>
        </p:spPr>
      </p:cxnSp>
      <p:sp>
        <p:nvSpPr>
          <p:cNvPr id="454" name="Google Shape;454;p6"/>
          <p:cNvSpPr/>
          <p:nvPr/>
        </p:nvSpPr>
        <p:spPr>
          <a:xfrm>
            <a:off x="8473440" y="5212080"/>
            <a:ext cx="3002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PILLAR III</a:t>
            </a:r>
            <a:endParaRPr b="0" i="0" sz="1000" u="none" cap="none" strike="noStrike">
              <a:solidFill>
                <a:schemeClr val="dk1"/>
              </a:solidFill>
              <a:latin typeface="Calibri"/>
              <a:ea typeface="Calibri"/>
              <a:cs typeface="Calibri"/>
              <a:sym typeface="Calibri"/>
            </a:endParaRPr>
          </a:p>
        </p:txBody>
      </p:sp>
      <p:sp>
        <p:nvSpPr>
          <p:cNvPr id="455" name="Google Shape;455;p6"/>
          <p:cNvSpPr/>
          <p:nvPr/>
        </p:nvSpPr>
        <p:spPr>
          <a:xfrm>
            <a:off x="8473440" y="5532120"/>
            <a:ext cx="3002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Arial Black"/>
              <a:buNone/>
            </a:pPr>
            <a:r>
              <a:rPr b="1" i="0" lang="en-US" sz="2400" u="none" cap="none" strike="noStrike">
                <a:solidFill>
                  <a:srgbClr val="000000"/>
                </a:solidFill>
                <a:latin typeface="Arial Black"/>
                <a:ea typeface="Arial Black"/>
                <a:cs typeface="Arial Black"/>
                <a:sym typeface="Arial Black"/>
              </a:rPr>
              <a:t>Uplifting</a:t>
            </a:r>
            <a:endParaRPr b="0" i="0" sz="2400" u="none" cap="none" strike="noStrike">
              <a:solidFill>
                <a:schemeClr val="dk1"/>
              </a:solidFill>
              <a:latin typeface="Calibri"/>
              <a:ea typeface="Calibri"/>
              <a:cs typeface="Calibri"/>
              <a:sym typeface="Calibri"/>
            </a:endParaRPr>
          </a:p>
        </p:txBody>
      </p:sp>
      <p:sp>
        <p:nvSpPr>
          <p:cNvPr id="456" name="Google Shape;456;p6"/>
          <p:cNvSpPr/>
          <p:nvPr/>
        </p:nvSpPr>
        <p:spPr>
          <a:xfrm>
            <a:off x="8473440" y="6080760"/>
            <a:ext cx="3002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Spotlight the engineers and their craft — not the product.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cxnSp>
        <p:nvCxnSpPr>
          <p:cNvPr id="462" name="Google Shape;462;p7"/>
          <p:cNvCxnSpPr/>
          <p:nvPr/>
        </p:nvCxnSpPr>
        <p:spPr>
          <a:xfrm>
            <a:off x="11247120" y="868680"/>
            <a:ext cx="502800" cy="183000"/>
          </a:xfrm>
          <a:prstGeom prst="straightConnector1">
            <a:avLst/>
          </a:prstGeom>
          <a:noFill/>
          <a:ln cap="flat" cmpd="sng" w="9525">
            <a:solidFill>
              <a:srgbClr val="9CA3AF"/>
            </a:solidFill>
            <a:prstDash val="solid"/>
            <a:round/>
            <a:headEnd len="sm" w="sm" type="none"/>
            <a:tailEnd len="sm" w="sm" type="none"/>
          </a:ln>
        </p:spPr>
      </p:cxnSp>
      <p:cxnSp>
        <p:nvCxnSpPr>
          <p:cNvPr id="463" name="Google Shape;463;p7"/>
          <p:cNvCxnSpPr/>
          <p:nvPr/>
        </p:nvCxnSpPr>
        <p:spPr>
          <a:xfrm flipH="1">
            <a:off x="11018520" y="868680"/>
            <a:ext cx="228600" cy="411600"/>
          </a:xfrm>
          <a:prstGeom prst="straightConnector1">
            <a:avLst/>
          </a:prstGeom>
          <a:noFill/>
          <a:ln cap="flat" cmpd="sng" w="9525">
            <a:solidFill>
              <a:srgbClr val="9CA3AF"/>
            </a:solidFill>
            <a:prstDash val="solid"/>
            <a:round/>
            <a:headEnd len="sm" w="sm" type="none"/>
            <a:tailEnd len="sm" w="sm" type="none"/>
          </a:ln>
        </p:spPr>
      </p:cxnSp>
      <p:cxnSp>
        <p:nvCxnSpPr>
          <p:cNvPr id="464" name="Google Shape;464;p7"/>
          <p:cNvCxnSpPr/>
          <p:nvPr/>
        </p:nvCxnSpPr>
        <p:spPr>
          <a:xfrm>
            <a:off x="11018520" y="1280160"/>
            <a:ext cx="457200" cy="137100"/>
          </a:xfrm>
          <a:prstGeom prst="straightConnector1">
            <a:avLst/>
          </a:prstGeom>
          <a:noFill/>
          <a:ln cap="flat" cmpd="sng" w="9525">
            <a:solidFill>
              <a:srgbClr val="9CA3AF"/>
            </a:solidFill>
            <a:prstDash val="solid"/>
            <a:round/>
            <a:headEnd len="sm" w="sm" type="none"/>
            <a:tailEnd len="sm" w="sm" type="none"/>
          </a:ln>
        </p:spPr>
      </p:cxnSp>
      <p:cxnSp>
        <p:nvCxnSpPr>
          <p:cNvPr id="465" name="Google Shape;465;p7"/>
          <p:cNvCxnSpPr/>
          <p:nvPr/>
        </p:nvCxnSpPr>
        <p:spPr>
          <a:xfrm flipH="1">
            <a:off x="11475840" y="1051560"/>
            <a:ext cx="274200" cy="365700"/>
          </a:xfrm>
          <a:prstGeom prst="straightConnector1">
            <a:avLst/>
          </a:prstGeom>
          <a:noFill/>
          <a:ln cap="flat" cmpd="sng" w="9525">
            <a:solidFill>
              <a:srgbClr val="9CA3AF"/>
            </a:solidFill>
            <a:prstDash val="solid"/>
            <a:round/>
            <a:headEnd len="sm" w="sm" type="none"/>
            <a:tailEnd len="sm" w="sm" type="none"/>
          </a:ln>
        </p:spPr>
      </p:cxnSp>
      <p:sp>
        <p:nvSpPr>
          <p:cNvPr id="466" name="Google Shape;466;p7"/>
          <p:cNvSpPr/>
          <p:nvPr/>
        </p:nvSpPr>
        <p:spPr>
          <a:xfrm>
            <a:off x="11210544" y="832104"/>
            <a:ext cx="73200" cy="73200"/>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7"/>
          <p:cNvSpPr/>
          <p:nvPr/>
        </p:nvSpPr>
        <p:spPr>
          <a:xfrm>
            <a:off x="11713464" y="1014984"/>
            <a:ext cx="73200" cy="73200"/>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7"/>
          <p:cNvSpPr/>
          <p:nvPr/>
        </p:nvSpPr>
        <p:spPr>
          <a:xfrm>
            <a:off x="11439144" y="1380744"/>
            <a:ext cx="73200" cy="73200"/>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7"/>
          <p:cNvSpPr/>
          <p:nvPr/>
        </p:nvSpPr>
        <p:spPr>
          <a:xfrm>
            <a:off x="10981944" y="1243584"/>
            <a:ext cx="73200" cy="73200"/>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7"/>
          <p:cNvSpPr/>
          <p:nvPr/>
        </p:nvSpPr>
        <p:spPr>
          <a:xfrm>
            <a:off x="457200" y="274320"/>
            <a:ext cx="182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00"/>
              <a:buFont typeface="Courier New"/>
              <a:buNone/>
            </a:pPr>
            <a:r>
              <a:rPr b="1" i="0" lang="en-US" sz="1000" u="none" cap="none" strike="noStrike">
                <a:solidFill>
                  <a:srgbClr val="000000"/>
                </a:solidFill>
                <a:latin typeface="Courier New"/>
                <a:ea typeface="Courier New"/>
                <a:cs typeface="Courier New"/>
                <a:sym typeface="Courier New"/>
              </a:rPr>
              <a:t>TRACE.SPACE</a:t>
            </a:r>
            <a:endParaRPr b="0" i="0" sz="1000" u="none" cap="none" strike="noStrike">
              <a:solidFill>
                <a:schemeClr val="dk1"/>
              </a:solidFill>
              <a:latin typeface="Calibri"/>
              <a:ea typeface="Calibri"/>
              <a:cs typeface="Calibri"/>
              <a:sym typeface="Calibri"/>
            </a:endParaRPr>
          </a:p>
        </p:txBody>
      </p:sp>
      <p:sp>
        <p:nvSpPr>
          <p:cNvPr id="471" name="Google Shape;471;p7"/>
          <p:cNvSpPr/>
          <p:nvPr/>
        </p:nvSpPr>
        <p:spPr>
          <a:xfrm>
            <a:off x="10332720" y="274320"/>
            <a:ext cx="1371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ourier New"/>
              <a:buNone/>
            </a:pPr>
            <a:r>
              <a:rPr b="0" i="0" lang="en-US" sz="900" u="none" cap="none" strike="noStrike">
                <a:solidFill>
                  <a:srgbClr val="6B7280"/>
                </a:solidFill>
                <a:latin typeface="Courier New"/>
                <a:ea typeface="Courier New"/>
                <a:cs typeface="Courier New"/>
                <a:sym typeface="Courier New"/>
              </a:rPr>
              <a:t>05 / 08</a:t>
            </a:r>
            <a:endParaRPr b="0" i="0" sz="900" u="none" cap="none" strike="noStrike">
              <a:solidFill>
                <a:schemeClr val="dk1"/>
              </a:solidFill>
              <a:latin typeface="Calibri"/>
              <a:ea typeface="Calibri"/>
              <a:cs typeface="Calibri"/>
              <a:sym typeface="Calibri"/>
            </a:endParaRPr>
          </a:p>
        </p:txBody>
      </p:sp>
      <p:cxnSp>
        <p:nvCxnSpPr>
          <p:cNvPr id="472" name="Google Shape;472;p7"/>
          <p:cNvCxnSpPr/>
          <p:nvPr/>
        </p:nvCxnSpPr>
        <p:spPr>
          <a:xfrm>
            <a:off x="457200" y="594360"/>
            <a:ext cx="11274600" cy="0"/>
          </a:xfrm>
          <a:prstGeom prst="straightConnector1">
            <a:avLst/>
          </a:prstGeom>
          <a:noFill/>
          <a:ln cap="flat" cmpd="sng" w="9525">
            <a:solidFill>
              <a:srgbClr val="D1D5DB"/>
            </a:solidFill>
            <a:prstDash val="solid"/>
            <a:round/>
            <a:headEnd len="sm" w="sm" type="none"/>
            <a:tailEnd len="sm" w="sm" type="none"/>
          </a:ln>
        </p:spPr>
      </p:cxnSp>
      <p:cxnSp>
        <p:nvCxnSpPr>
          <p:cNvPr id="473" name="Google Shape;473;p7"/>
          <p:cNvCxnSpPr/>
          <p:nvPr/>
        </p:nvCxnSpPr>
        <p:spPr>
          <a:xfrm>
            <a:off x="365760" y="777240"/>
            <a:ext cx="11430000" cy="0"/>
          </a:xfrm>
          <a:prstGeom prst="straightConnector1">
            <a:avLst/>
          </a:prstGeom>
          <a:noFill/>
          <a:ln cap="flat" cmpd="sng" w="9525">
            <a:solidFill>
              <a:srgbClr val="D1D5DB"/>
            </a:solidFill>
            <a:prstDash val="solid"/>
            <a:round/>
            <a:headEnd len="sm" w="sm" type="none"/>
            <a:tailEnd len="sm" w="sm" type="none"/>
          </a:ln>
        </p:spPr>
      </p:cxnSp>
      <p:cxnSp>
        <p:nvCxnSpPr>
          <p:cNvPr id="474" name="Google Shape;474;p7"/>
          <p:cNvCxnSpPr/>
          <p:nvPr/>
        </p:nvCxnSpPr>
        <p:spPr>
          <a:xfrm>
            <a:off x="365760" y="1645920"/>
            <a:ext cx="11430000" cy="0"/>
          </a:xfrm>
          <a:prstGeom prst="straightConnector1">
            <a:avLst/>
          </a:prstGeom>
          <a:noFill/>
          <a:ln cap="flat" cmpd="sng" w="9525">
            <a:solidFill>
              <a:srgbClr val="D1D5DB"/>
            </a:solidFill>
            <a:prstDash val="solid"/>
            <a:round/>
            <a:headEnd len="sm" w="sm" type="none"/>
            <a:tailEnd len="sm" w="sm" type="none"/>
          </a:ln>
        </p:spPr>
      </p:cxnSp>
      <p:cxnSp>
        <p:nvCxnSpPr>
          <p:cNvPr id="475" name="Google Shape;475;p7"/>
          <p:cNvCxnSpPr/>
          <p:nvPr/>
        </p:nvCxnSpPr>
        <p:spPr>
          <a:xfrm>
            <a:off x="365760" y="777240"/>
            <a:ext cx="0" cy="868800"/>
          </a:xfrm>
          <a:prstGeom prst="straightConnector1">
            <a:avLst/>
          </a:prstGeom>
          <a:noFill/>
          <a:ln cap="flat" cmpd="sng" w="9525">
            <a:solidFill>
              <a:srgbClr val="D1D5DB"/>
            </a:solidFill>
            <a:prstDash val="solid"/>
            <a:round/>
            <a:headEnd len="sm" w="sm" type="none"/>
            <a:tailEnd len="sm" w="sm" type="none"/>
          </a:ln>
        </p:spPr>
      </p:cxnSp>
      <p:cxnSp>
        <p:nvCxnSpPr>
          <p:cNvPr id="476" name="Google Shape;476;p7"/>
          <p:cNvCxnSpPr/>
          <p:nvPr/>
        </p:nvCxnSpPr>
        <p:spPr>
          <a:xfrm>
            <a:off x="11795760" y="777240"/>
            <a:ext cx="0" cy="868800"/>
          </a:xfrm>
          <a:prstGeom prst="straightConnector1">
            <a:avLst/>
          </a:prstGeom>
          <a:noFill/>
          <a:ln cap="flat" cmpd="sng" w="9525">
            <a:solidFill>
              <a:srgbClr val="D1D5DB"/>
            </a:solidFill>
            <a:prstDash val="solid"/>
            <a:round/>
            <a:headEnd len="sm" w="sm" type="none"/>
            <a:tailEnd len="sm" w="sm" type="none"/>
          </a:ln>
        </p:spPr>
      </p:cxnSp>
      <p:cxnSp>
        <p:nvCxnSpPr>
          <p:cNvPr id="477" name="Google Shape;477;p7"/>
          <p:cNvCxnSpPr/>
          <p:nvPr/>
        </p:nvCxnSpPr>
        <p:spPr>
          <a:xfrm>
            <a:off x="365760" y="777240"/>
            <a:ext cx="201300" cy="0"/>
          </a:xfrm>
          <a:prstGeom prst="straightConnector1">
            <a:avLst/>
          </a:prstGeom>
          <a:noFill/>
          <a:ln cap="flat" cmpd="sng" w="12700">
            <a:solidFill>
              <a:srgbClr val="0A0A0A"/>
            </a:solidFill>
            <a:prstDash val="solid"/>
            <a:round/>
            <a:headEnd len="sm" w="sm" type="none"/>
            <a:tailEnd len="sm" w="sm" type="none"/>
          </a:ln>
        </p:spPr>
      </p:cxnSp>
      <p:cxnSp>
        <p:nvCxnSpPr>
          <p:cNvPr id="478" name="Google Shape;478;p7"/>
          <p:cNvCxnSpPr/>
          <p:nvPr/>
        </p:nvCxnSpPr>
        <p:spPr>
          <a:xfrm>
            <a:off x="365760" y="777240"/>
            <a:ext cx="0" cy="201300"/>
          </a:xfrm>
          <a:prstGeom prst="straightConnector1">
            <a:avLst/>
          </a:prstGeom>
          <a:noFill/>
          <a:ln cap="flat" cmpd="sng" w="12700">
            <a:solidFill>
              <a:srgbClr val="0A0A0A"/>
            </a:solidFill>
            <a:prstDash val="solid"/>
            <a:round/>
            <a:headEnd len="sm" w="sm" type="none"/>
            <a:tailEnd len="sm" w="sm" type="none"/>
          </a:ln>
        </p:spPr>
      </p:cxnSp>
      <p:cxnSp>
        <p:nvCxnSpPr>
          <p:cNvPr id="479" name="Google Shape;479;p7"/>
          <p:cNvCxnSpPr/>
          <p:nvPr/>
        </p:nvCxnSpPr>
        <p:spPr>
          <a:xfrm>
            <a:off x="11594592" y="777240"/>
            <a:ext cx="201300" cy="0"/>
          </a:xfrm>
          <a:prstGeom prst="straightConnector1">
            <a:avLst/>
          </a:prstGeom>
          <a:noFill/>
          <a:ln cap="flat" cmpd="sng" w="12700">
            <a:solidFill>
              <a:srgbClr val="0A0A0A"/>
            </a:solidFill>
            <a:prstDash val="solid"/>
            <a:round/>
            <a:headEnd len="sm" w="sm" type="none"/>
            <a:tailEnd len="sm" w="sm" type="none"/>
          </a:ln>
        </p:spPr>
      </p:cxnSp>
      <p:cxnSp>
        <p:nvCxnSpPr>
          <p:cNvPr id="480" name="Google Shape;480;p7"/>
          <p:cNvCxnSpPr/>
          <p:nvPr/>
        </p:nvCxnSpPr>
        <p:spPr>
          <a:xfrm>
            <a:off x="11795760" y="777240"/>
            <a:ext cx="0" cy="201300"/>
          </a:xfrm>
          <a:prstGeom prst="straightConnector1">
            <a:avLst/>
          </a:prstGeom>
          <a:noFill/>
          <a:ln cap="flat" cmpd="sng" w="12700">
            <a:solidFill>
              <a:srgbClr val="0A0A0A"/>
            </a:solidFill>
            <a:prstDash val="solid"/>
            <a:round/>
            <a:headEnd len="sm" w="sm" type="none"/>
            <a:tailEnd len="sm" w="sm" type="none"/>
          </a:ln>
        </p:spPr>
      </p:cxnSp>
      <p:cxnSp>
        <p:nvCxnSpPr>
          <p:cNvPr id="481" name="Google Shape;481;p7"/>
          <p:cNvCxnSpPr/>
          <p:nvPr/>
        </p:nvCxnSpPr>
        <p:spPr>
          <a:xfrm>
            <a:off x="365760" y="1444752"/>
            <a:ext cx="0" cy="201300"/>
          </a:xfrm>
          <a:prstGeom prst="straightConnector1">
            <a:avLst/>
          </a:prstGeom>
          <a:noFill/>
          <a:ln cap="flat" cmpd="sng" w="12700">
            <a:solidFill>
              <a:srgbClr val="0A0A0A"/>
            </a:solidFill>
            <a:prstDash val="solid"/>
            <a:round/>
            <a:headEnd len="sm" w="sm" type="none"/>
            <a:tailEnd len="sm" w="sm" type="none"/>
          </a:ln>
        </p:spPr>
      </p:cxnSp>
      <p:cxnSp>
        <p:nvCxnSpPr>
          <p:cNvPr id="482" name="Google Shape;482;p7"/>
          <p:cNvCxnSpPr/>
          <p:nvPr/>
        </p:nvCxnSpPr>
        <p:spPr>
          <a:xfrm>
            <a:off x="365760" y="1645920"/>
            <a:ext cx="201300" cy="0"/>
          </a:xfrm>
          <a:prstGeom prst="straightConnector1">
            <a:avLst/>
          </a:prstGeom>
          <a:noFill/>
          <a:ln cap="flat" cmpd="sng" w="12700">
            <a:solidFill>
              <a:srgbClr val="0A0A0A"/>
            </a:solidFill>
            <a:prstDash val="solid"/>
            <a:round/>
            <a:headEnd len="sm" w="sm" type="none"/>
            <a:tailEnd len="sm" w="sm" type="none"/>
          </a:ln>
        </p:spPr>
      </p:cxnSp>
      <p:cxnSp>
        <p:nvCxnSpPr>
          <p:cNvPr id="483" name="Google Shape;483;p7"/>
          <p:cNvCxnSpPr/>
          <p:nvPr/>
        </p:nvCxnSpPr>
        <p:spPr>
          <a:xfrm>
            <a:off x="11594592" y="1645920"/>
            <a:ext cx="201300" cy="0"/>
          </a:xfrm>
          <a:prstGeom prst="straightConnector1">
            <a:avLst/>
          </a:prstGeom>
          <a:noFill/>
          <a:ln cap="flat" cmpd="sng" w="12700">
            <a:solidFill>
              <a:srgbClr val="0A0A0A"/>
            </a:solidFill>
            <a:prstDash val="solid"/>
            <a:round/>
            <a:headEnd len="sm" w="sm" type="none"/>
            <a:tailEnd len="sm" w="sm" type="none"/>
          </a:ln>
        </p:spPr>
      </p:cxnSp>
      <p:cxnSp>
        <p:nvCxnSpPr>
          <p:cNvPr id="484" name="Google Shape;484;p7"/>
          <p:cNvCxnSpPr/>
          <p:nvPr/>
        </p:nvCxnSpPr>
        <p:spPr>
          <a:xfrm>
            <a:off x="11795760" y="1444752"/>
            <a:ext cx="0" cy="201300"/>
          </a:xfrm>
          <a:prstGeom prst="straightConnector1">
            <a:avLst/>
          </a:prstGeom>
          <a:noFill/>
          <a:ln cap="flat" cmpd="sng" w="12700">
            <a:solidFill>
              <a:srgbClr val="0A0A0A"/>
            </a:solidFill>
            <a:prstDash val="solid"/>
            <a:round/>
            <a:headEnd len="sm" w="sm" type="none"/>
            <a:tailEnd len="sm" w="sm" type="none"/>
          </a:ln>
        </p:spPr>
      </p:cxnSp>
      <p:sp>
        <p:nvSpPr>
          <p:cNvPr id="485" name="Google Shape;485;p7"/>
          <p:cNvSpPr/>
          <p:nvPr/>
        </p:nvSpPr>
        <p:spPr>
          <a:xfrm>
            <a:off x="457200" y="868680"/>
            <a:ext cx="112470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400"/>
              <a:buFont typeface="Arial Black"/>
              <a:buNone/>
            </a:pPr>
            <a:r>
              <a:rPr b="1" i="0" lang="en-US" sz="3400" u="none" cap="none" strike="noStrike">
                <a:solidFill>
                  <a:srgbClr val="000000"/>
                </a:solidFill>
                <a:latin typeface="Arial Black"/>
                <a:ea typeface="Arial Black"/>
                <a:cs typeface="Arial Black"/>
                <a:sym typeface="Arial Black"/>
              </a:rPr>
              <a:t>Pillar 1 — Relatable</a:t>
            </a:r>
            <a:endParaRPr b="0" i="0" sz="3400" u="none" cap="none" strike="noStrike">
              <a:solidFill>
                <a:schemeClr val="dk1"/>
              </a:solidFill>
              <a:latin typeface="Calibri"/>
              <a:ea typeface="Calibri"/>
              <a:cs typeface="Calibri"/>
              <a:sym typeface="Calibri"/>
            </a:endParaRPr>
          </a:p>
        </p:txBody>
      </p:sp>
      <p:sp>
        <p:nvSpPr>
          <p:cNvPr id="486" name="Google Shape;486;p7"/>
          <p:cNvSpPr/>
          <p:nvPr/>
        </p:nvSpPr>
        <p:spPr>
          <a:xfrm>
            <a:off x="365750" y="1732823"/>
            <a:ext cx="112470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400"/>
              <a:buFont typeface="Courier New"/>
              <a:buNone/>
            </a:pPr>
            <a:r>
              <a:rPr b="1" i="0" lang="en-US" sz="1400" u="none" cap="none" strike="noStrike">
                <a:solidFill>
                  <a:srgbClr val="5B21B6"/>
                </a:solidFill>
                <a:latin typeface="Courier New"/>
                <a:ea typeface="Courier New"/>
                <a:cs typeface="Courier New"/>
                <a:sym typeface="Courier New"/>
              </a:rPr>
              <a:t>WHERE THE RANTS LIVE</a:t>
            </a:r>
            <a:endParaRPr b="0" i="0" sz="1400" u="none" cap="none" strike="noStrike">
              <a:solidFill>
                <a:schemeClr val="dk1"/>
              </a:solidFill>
              <a:latin typeface="Calibri"/>
              <a:ea typeface="Calibri"/>
              <a:cs typeface="Calibri"/>
              <a:sym typeface="Calibri"/>
            </a:endParaRPr>
          </a:p>
        </p:txBody>
      </p:sp>
      <p:sp>
        <p:nvSpPr>
          <p:cNvPr id="487" name="Google Shape;487;p7"/>
          <p:cNvSpPr/>
          <p:nvPr/>
        </p:nvSpPr>
        <p:spPr>
          <a:xfrm>
            <a:off x="365750" y="2196893"/>
            <a:ext cx="11247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1" i="1" lang="en-US" sz="1100" u="none" cap="none" strike="noStrike">
                <a:solidFill>
                  <a:srgbClr val="5B21B6"/>
                </a:solidFill>
                <a:latin typeface="Courier"/>
                <a:ea typeface="Courier"/>
                <a:cs typeface="Courier"/>
                <a:sym typeface="Courier"/>
              </a:rPr>
              <a:t>Reddit, discord and slack is where systems engineers have candid technical conversations, LinkedIn is where they maintain a professional presence, and Twitter extends visibility to the wider engineering audience.</a:t>
            </a:r>
            <a:endParaRPr b="1" i="0" sz="1100" u="none" cap="none" strike="noStrike">
              <a:solidFill>
                <a:srgbClr val="5B21B6"/>
              </a:solidFill>
              <a:latin typeface="Courier"/>
              <a:ea typeface="Courier"/>
              <a:cs typeface="Courier"/>
              <a:sym typeface="Courier"/>
            </a:endParaRPr>
          </a:p>
        </p:txBody>
      </p:sp>
      <p:cxnSp>
        <p:nvCxnSpPr>
          <p:cNvPr id="488" name="Google Shape;488;p7"/>
          <p:cNvCxnSpPr/>
          <p:nvPr/>
        </p:nvCxnSpPr>
        <p:spPr>
          <a:xfrm>
            <a:off x="365760" y="2834640"/>
            <a:ext cx="3666600" cy="0"/>
          </a:xfrm>
          <a:prstGeom prst="straightConnector1">
            <a:avLst/>
          </a:prstGeom>
          <a:noFill/>
          <a:ln cap="flat" cmpd="sng" w="9525">
            <a:solidFill>
              <a:srgbClr val="D1D5DB"/>
            </a:solidFill>
            <a:prstDash val="solid"/>
            <a:round/>
            <a:headEnd len="sm" w="sm" type="none"/>
            <a:tailEnd len="sm" w="sm" type="none"/>
          </a:ln>
        </p:spPr>
      </p:cxnSp>
      <p:cxnSp>
        <p:nvCxnSpPr>
          <p:cNvPr id="489" name="Google Shape;489;p7"/>
          <p:cNvCxnSpPr/>
          <p:nvPr/>
        </p:nvCxnSpPr>
        <p:spPr>
          <a:xfrm>
            <a:off x="365760" y="6583680"/>
            <a:ext cx="3666600" cy="0"/>
          </a:xfrm>
          <a:prstGeom prst="straightConnector1">
            <a:avLst/>
          </a:prstGeom>
          <a:noFill/>
          <a:ln cap="flat" cmpd="sng" w="9525">
            <a:solidFill>
              <a:srgbClr val="D1D5DB"/>
            </a:solidFill>
            <a:prstDash val="solid"/>
            <a:round/>
            <a:headEnd len="sm" w="sm" type="none"/>
            <a:tailEnd len="sm" w="sm" type="none"/>
          </a:ln>
        </p:spPr>
      </p:cxnSp>
      <p:cxnSp>
        <p:nvCxnSpPr>
          <p:cNvPr id="490" name="Google Shape;490;p7"/>
          <p:cNvCxnSpPr/>
          <p:nvPr/>
        </p:nvCxnSpPr>
        <p:spPr>
          <a:xfrm>
            <a:off x="365760" y="2834640"/>
            <a:ext cx="0" cy="3749100"/>
          </a:xfrm>
          <a:prstGeom prst="straightConnector1">
            <a:avLst/>
          </a:prstGeom>
          <a:noFill/>
          <a:ln cap="flat" cmpd="sng" w="9525">
            <a:solidFill>
              <a:srgbClr val="D1D5DB"/>
            </a:solidFill>
            <a:prstDash val="solid"/>
            <a:round/>
            <a:headEnd len="sm" w="sm" type="none"/>
            <a:tailEnd len="sm" w="sm" type="none"/>
          </a:ln>
        </p:spPr>
      </p:cxnSp>
      <p:cxnSp>
        <p:nvCxnSpPr>
          <p:cNvPr id="491" name="Google Shape;491;p7"/>
          <p:cNvCxnSpPr/>
          <p:nvPr/>
        </p:nvCxnSpPr>
        <p:spPr>
          <a:xfrm>
            <a:off x="4032504" y="2834640"/>
            <a:ext cx="0" cy="3749100"/>
          </a:xfrm>
          <a:prstGeom prst="straightConnector1">
            <a:avLst/>
          </a:prstGeom>
          <a:noFill/>
          <a:ln cap="flat" cmpd="sng" w="9525">
            <a:solidFill>
              <a:srgbClr val="D1D5DB"/>
            </a:solidFill>
            <a:prstDash val="solid"/>
            <a:round/>
            <a:headEnd len="sm" w="sm" type="none"/>
            <a:tailEnd len="sm" w="sm" type="none"/>
          </a:ln>
        </p:spPr>
      </p:cxnSp>
      <p:cxnSp>
        <p:nvCxnSpPr>
          <p:cNvPr id="492" name="Google Shape;492;p7"/>
          <p:cNvCxnSpPr/>
          <p:nvPr/>
        </p:nvCxnSpPr>
        <p:spPr>
          <a:xfrm>
            <a:off x="365760" y="2834640"/>
            <a:ext cx="183000" cy="0"/>
          </a:xfrm>
          <a:prstGeom prst="straightConnector1">
            <a:avLst/>
          </a:prstGeom>
          <a:noFill/>
          <a:ln cap="flat" cmpd="sng" w="15875">
            <a:solidFill>
              <a:srgbClr val="0A0A0A"/>
            </a:solidFill>
            <a:prstDash val="solid"/>
            <a:round/>
            <a:headEnd len="sm" w="sm" type="none"/>
            <a:tailEnd len="sm" w="sm" type="none"/>
          </a:ln>
        </p:spPr>
      </p:cxnSp>
      <p:cxnSp>
        <p:nvCxnSpPr>
          <p:cNvPr id="493" name="Google Shape;493;p7"/>
          <p:cNvCxnSpPr/>
          <p:nvPr/>
        </p:nvCxnSpPr>
        <p:spPr>
          <a:xfrm>
            <a:off x="365760" y="2834640"/>
            <a:ext cx="0" cy="183000"/>
          </a:xfrm>
          <a:prstGeom prst="straightConnector1">
            <a:avLst/>
          </a:prstGeom>
          <a:noFill/>
          <a:ln cap="flat" cmpd="sng" w="15875">
            <a:solidFill>
              <a:srgbClr val="0A0A0A"/>
            </a:solidFill>
            <a:prstDash val="solid"/>
            <a:round/>
            <a:headEnd len="sm" w="sm" type="none"/>
            <a:tailEnd len="sm" w="sm" type="none"/>
          </a:ln>
        </p:spPr>
      </p:cxnSp>
      <p:cxnSp>
        <p:nvCxnSpPr>
          <p:cNvPr id="494" name="Google Shape;494;p7"/>
          <p:cNvCxnSpPr/>
          <p:nvPr/>
        </p:nvCxnSpPr>
        <p:spPr>
          <a:xfrm>
            <a:off x="3849624" y="2834640"/>
            <a:ext cx="183000" cy="0"/>
          </a:xfrm>
          <a:prstGeom prst="straightConnector1">
            <a:avLst/>
          </a:prstGeom>
          <a:noFill/>
          <a:ln cap="flat" cmpd="sng" w="15875">
            <a:solidFill>
              <a:srgbClr val="0A0A0A"/>
            </a:solidFill>
            <a:prstDash val="solid"/>
            <a:round/>
            <a:headEnd len="sm" w="sm" type="none"/>
            <a:tailEnd len="sm" w="sm" type="none"/>
          </a:ln>
        </p:spPr>
      </p:cxnSp>
      <p:cxnSp>
        <p:nvCxnSpPr>
          <p:cNvPr id="495" name="Google Shape;495;p7"/>
          <p:cNvCxnSpPr/>
          <p:nvPr/>
        </p:nvCxnSpPr>
        <p:spPr>
          <a:xfrm>
            <a:off x="4032504" y="2834640"/>
            <a:ext cx="0" cy="183000"/>
          </a:xfrm>
          <a:prstGeom prst="straightConnector1">
            <a:avLst/>
          </a:prstGeom>
          <a:noFill/>
          <a:ln cap="flat" cmpd="sng" w="15875">
            <a:solidFill>
              <a:srgbClr val="0A0A0A"/>
            </a:solidFill>
            <a:prstDash val="solid"/>
            <a:round/>
            <a:headEnd len="sm" w="sm" type="none"/>
            <a:tailEnd len="sm" w="sm" type="none"/>
          </a:ln>
        </p:spPr>
      </p:cxnSp>
      <p:cxnSp>
        <p:nvCxnSpPr>
          <p:cNvPr id="496" name="Google Shape;496;p7"/>
          <p:cNvCxnSpPr/>
          <p:nvPr/>
        </p:nvCxnSpPr>
        <p:spPr>
          <a:xfrm>
            <a:off x="365760" y="6400800"/>
            <a:ext cx="0" cy="183000"/>
          </a:xfrm>
          <a:prstGeom prst="straightConnector1">
            <a:avLst/>
          </a:prstGeom>
          <a:noFill/>
          <a:ln cap="flat" cmpd="sng" w="15875">
            <a:solidFill>
              <a:srgbClr val="0A0A0A"/>
            </a:solidFill>
            <a:prstDash val="solid"/>
            <a:round/>
            <a:headEnd len="sm" w="sm" type="none"/>
            <a:tailEnd len="sm" w="sm" type="none"/>
          </a:ln>
        </p:spPr>
      </p:cxnSp>
      <p:cxnSp>
        <p:nvCxnSpPr>
          <p:cNvPr id="497" name="Google Shape;497;p7"/>
          <p:cNvCxnSpPr/>
          <p:nvPr/>
        </p:nvCxnSpPr>
        <p:spPr>
          <a:xfrm>
            <a:off x="365760" y="6583680"/>
            <a:ext cx="183000" cy="0"/>
          </a:xfrm>
          <a:prstGeom prst="straightConnector1">
            <a:avLst/>
          </a:prstGeom>
          <a:noFill/>
          <a:ln cap="flat" cmpd="sng" w="15875">
            <a:solidFill>
              <a:srgbClr val="0A0A0A"/>
            </a:solidFill>
            <a:prstDash val="solid"/>
            <a:round/>
            <a:headEnd len="sm" w="sm" type="none"/>
            <a:tailEnd len="sm" w="sm" type="none"/>
          </a:ln>
        </p:spPr>
      </p:cxnSp>
      <p:cxnSp>
        <p:nvCxnSpPr>
          <p:cNvPr id="498" name="Google Shape;498;p7"/>
          <p:cNvCxnSpPr/>
          <p:nvPr/>
        </p:nvCxnSpPr>
        <p:spPr>
          <a:xfrm>
            <a:off x="3849624" y="6583680"/>
            <a:ext cx="183000" cy="0"/>
          </a:xfrm>
          <a:prstGeom prst="straightConnector1">
            <a:avLst/>
          </a:prstGeom>
          <a:noFill/>
          <a:ln cap="flat" cmpd="sng" w="15875">
            <a:solidFill>
              <a:srgbClr val="0A0A0A"/>
            </a:solidFill>
            <a:prstDash val="solid"/>
            <a:round/>
            <a:headEnd len="sm" w="sm" type="none"/>
            <a:tailEnd len="sm" w="sm" type="none"/>
          </a:ln>
        </p:spPr>
      </p:cxnSp>
      <p:cxnSp>
        <p:nvCxnSpPr>
          <p:cNvPr id="499" name="Google Shape;499;p7"/>
          <p:cNvCxnSpPr/>
          <p:nvPr/>
        </p:nvCxnSpPr>
        <p:spPr>
          <a:xfrm>
            <a:off x="4032504" y="6400800"/>
            <a:ext cx="0" cy="183000"/>
          </a:xfrm>
          <a:prstGeom prst="straightConnector1">
            <a:avLst/>
          </a:prstGeom>
          <a:noFill/>
          <a:ln cap="flat" cmpd="sng" w="15875">
            <a:solidFill>
              <a:srgbClr val="0A0A0A"/>
            </a:solidFill>
            <a:prstDash val="solid"/>
            <a:round/>
            <a:headEnd len="sm" w="sm" type="none"/>
            <a:tailEnd len="sm" w="sm" type="none"/>
          </a:ln>
        </p:spPr>
      </p:cxnSp>
      <p:cxnSp>
        <p:nvCxnSpPr>
          <p:cNvPr id="500" name="Google Shape;500;p7"/>
          <p:cNvCxnSpPr/>
          <p:nvPr/>
        </p:nvCxnSpPr>
        <p:spPr>
          <a:xfrm>
            <a:off x="4247388" y="2834640"/>
            <a:ext cx="3666600" cy="0"/>
          </a:xfrm>
          <a:prstGeom prst="straightConnector1">
            <a:avLst/>
          </a:prstGeom>
          <a:noFill/>
          <a:ln cap="flat" cmpd="sng" w="9525">
            <a:solidFill>
              <a:srgbClr val="D1D5DB"/>
            </a:solidFill>
            <a:prstDash val="solid"/>
            <a:round/>
            <a:headEnd len="sm" w="sm" type="none"/>
            <a:tailEnd len="sm" w="sm" type="none"/>
          </a:ln>
        </p:spPr>
      </p:cxnSp>
      <p:cxnSp>
        <p:nvCxnSpPr>
          <p:cNvPr id="501" name="Google Shape;501;p7"/>
          <p:cNvCxnSpPr/>
          <p:nvPr/>
        </p:nvCxnSpPr>
        <p:spPr>
          <a:xfrm>
            <a:off x="4247388" y="6583680"/>
            <a:ext cx="3666600" cy="0"/>
          </a:xfrm>
          <a:prstGeom prst="straightConnector1">
            <a:avLst/>
          </a:prstGeom>
          <a:noFill/>
          <a:ln cap="flat" cmpd="sng" w="9525">
            <a:solidFill>
              <a:srgbClr val="D1D5DB"/>
            </a:solidFill>
            <a:prstDash val="solid"/>
            <a:round/>
            <a:headEnd len="sm" w="sm" type="none"/>
            <a:tailEnd len="sm" w="sm" type="none"/>
          </a:ln>
        </p:spPr>
      </p:cxnSp>
      <p:cxnSp>
        <p:nvCxnSpPr>
          <p:cNvPr id="502" name="Google Shape;502;p7"/>
          <p:cNvCxnSpPr/>
          <p:nvPr/>
        </p:nvCxnSpPr>
        <p:spPr>
          <a:xfrm>
            <a:off x="4247388" y="2834640"/>
            <a:ext cx="0" cy="3749100"/>
          </a:xfrm>
          <a:prstGeom prst="straightConnector1">
            <a:avLst/>
          </a:prstGeom>
          <a:noFill/>
          <a:ln cap="flat" cmpd="sng" w="9525">
            <a:solidFill>
              <a:srgbClr val="D1D5DB"/>
            </a:solidFill>
            <a:prstDash val="solid"/>
            <a:round/>
            <a:headEnd len="sm" w="sm" type="none"/>
            <a:tailEnd len="sm" w="sm" type="none"/>
          </a:ln>
        </p:spPr>
      </p:cxnSp>
      <p:cxnSp>
        <p:nvCxnSpPr>
          <p:cNvPr id="503" name="Google Shape;503;p7"/>
          <p:cNvCxnSpPr/>
          <p:nvPr/>
        </p:nvCxnSpPr>
        <p:spPr>
          <a:xfrm>
            <a:off x="7914132" y="2834640"/>
            <a:ext cx="0" cy="3749100"/>
          </a:xfrm>
          <a:prstGeom prst="straightConnector1">
            <a:avLst/>
          </a:prstGeom>
          <a:noFill/>
          <a:ln cap="flat" cmpd="sng" w="9525">
            <a:solidFill>
              <a:srgbClr val="D1D5DB"/>
            </a:solidFill>
            <a:prstDash val="solid"/>
            <a:round/>
            <a:headEnd len="sm" w="sm" type="none"/>
            <a:tailEnd len="sm" w="sm" type="none"/>
          </a:ln>
        </p:spPr>
      </p:cxnSp>
      <p:cxnSp>
        <p:nvCxnSpPr>
          <p:cNvPr id="504" name="Google Shape;504;p7"/>
          <p:cNvCxnSpPr/>
          <p:nvPr/>
        </p:nvCxnSpPr>
        <p:spPr>
          <a:xfrm>
            <a:off x="4247388" y="2834640"/>
            <a:ext cx="183000" cy="0"/>
          </a:xfrm>
          <a:prstGeom prst="straightConnector1">
            <a:avLst/>
          </a:prstGeom>
          <a:noFill/>
          <a:ln cap="flat" cmpd="sng" w="15875">
            <a:solidFill>
              <a:srgbClr val="0A0A0A"/>
            </a:solidFill>
            <a:prstDash val="solid"/>
            <a:round/>
            <a:headEnd len="sm" w="sm" type="none"/>
            <a:tailEnd len="sm" w="sm" type="none"/>
          </a:ln>
        </p:spPr>
      </p:cxnSp>
      <p:cxnSp>
        <p:nvCxnSpPr>
          <p:cNvPr id="505" name="Google Shape;505;p7"/>
          <p:cNvCxnSpPr/>
          <p:nvPr/>
        </p:nvCxnSpPr>
        <p:spPr>
          <a:xfrm>
            <a:off x="4247388" y="2834640"/>
            <a:ext cx="0" cy="183000"/>
          </a:xfrm>
          <a:prstGeom prst="straightConnector1">
            <a:avLst/>
          </a:prstGeom>
          <a:noFill/>
          <a:ln cap="flat" cmpd="sng" w="15875">
            <a:solidFill>
              <a:srgbClr val="0A0A0A"/>
            </a:solidFill>
            <a:prstDash val="solid"/>
            <a:round/>
            <a:headEnd len="sm" w="sm" type="none"/>
            <a:tailEnd len="sm" w="sm" type="none"/>
          </a:ln>
        </p:spPr>
      </p:cxnSp>
      <p:cxnSp>
        <p:nvCxnSpPr>
          <p:cNvPr id="506" name="Google Shape;506;p7"/>
          <p:cNvCxnSpPr/>
          <p:nvPr/>
        </p:nvCxnSpPr>
        <p:spPr>
          <a:xfrm>
            <a:off x="7731252" y="2834640"/>
            <a:ext cx="183000" cy="0"/>
          </a:xfrm>
          <a:prstGeom prst="straightConnector1">
            <a:avLst/>
          </a:prstGeom>
          <a:noFill/>
          <a:ln cap="flat" cmpd="sng" w="15875">
            <a:solidFill>
              <a:srgbClr val="0A0A0A"/>
            </a:solidFill>
            <a:prstDash val="solid"/>
            <a:round/>
            <a:headEnd len="sm" w="sm" type="none"/>
            <a:tailEnd len="sm" w="sm" type="none"/>
          </a:ln>
        </p:spPr>
      </p:cxnSp>
      <p:cxnSp>
        <p:nvCxnSpPr>
          <p:cNvPr id="507" name="Google Shape;507;p7"/>
          <p:cNvCxnSpPr/>
          <p:nvPr/>
        </p:nvCxnSpPr>
        <p:spPr>
          <a:xfrm>
            <a:off x="7914132" y="2834640"/>
            <a:ext cx="0" cy="183000"/>
          </a:xfrm>
          <a:prstGeom prst="straightConnector1">
            <a:avLst/>
          </a:prstGeom>
          <a:noFill/>
          <a:ln cap="flat" cmpd="sng" w="15875">
            <a:solidFill>
              <a:srgbClr val="0A0A0A"/>
            </a:solidFill>
            <a:prstDash val="solid"/>
            <a:round/>
            <a:headEnd len="sm" w="sm" type="none"/>
            <a:tailEnd len="sm" w="sm" type="none"/>
          </a:ln>
        </p:spPr>
      </p:cxnSp>
      <p:cxnSp>
        <p:nvCxnSpPr>
          <p:cNvPr id="508" name="Google Shape;508;p7"/>
          <p:cNvCxnSpPr/>
          <p:nvPr/>
        </p:nvCxnSpPr>
        <p:spPr>
          <a:xfrm>
            <a:off x="4247388" y="6400800"/>
            <a:ext cx="0" cy="183000"/>
          </a:xfrm>
          <a:prstGeom prst="straightConnector1">
            <a:avLst/>
          </a:prstGeom>
          <a:noFill/>
          <a:ln cap="flat" cmpd="sng" w="15875">
            <a:solidFill>
              <a:srgbClr val="0A0A0A"/>
            </a:solidFill>
            <a:prstDash val="solid"/>
            <a:round/>
            <a:headEnd len="sm" w="sm" type="none"/>
            <a:tailEnd len="sm" w="sm" type="none"/>
          </a:ln>
        </p:spPr>
      </p:cxnSp>
      <p:cxnSp>
        <p:nvCxnSpPr>
          <p:cNvPr id="509" name="Google Shape;509;p7"/>
          <p:cNvCxnSpPr/>
          <p:nvPr/>
        </p:nvCxnSpPr>
        <p:spPr>
          <a:xfrm>
            <a:off x="4247388" y="6583680"/>
            <a:ext cx="183000" cy="0"/>
          </a:xfrm>
          <a:prstGeom prst="straightConnector1">
            <a:avLst/>
          </a:prstGeom>
          <a:noFill/>
          <a:ln cap="flat" cmpd="sng" w="15875">
            <a:solidFill>
              <a:srgbClr val="0A0A0A"/>
            </a:solidFill>
            <a:prstDash val="solid"/>
            <a:round/>
            <a:headEnd len="sm" w="sm" type="none"/>
            <a:tailEnd len="sm" w="sm" type="none"/>
          </a:ln>
        </p:spPr>
      </p:cxnSp>
      <p:cxnSp>
        <p:nvCxnSpPr>
          <p:cNvPr id="510" name="Google Shape;510;p7"/>
          <p:cNvCxnSpPr/>
          <p:nvPr/>
        </p:nvCxnSpPr>
        <p:spPr>
          <a:xfrm>
            <a:off x="7731252" y="6583680"/>
            <a:ext cx="183000" cy="0"/>
          </a:xfrm>
          <a:prstGeom prst="straightConnector1">
            <a:avLst/>
          </a:prstGeom>
          <a:noFill/>
          <a:ln cap="flat" cmpd="sng" w="15875">
            <a:solidFill>
              <a:srgbClr val="0A0A0A"/>
            </a:solidFill>
            <a:prstDash val="solid"/>
            <a:round/>
            <a:headEnd len="sm" w="sm" type="none"/>
            <a:tailEnd len="sm" w="sm" type="none"/>
          </a:ln>
        </p:spPr>
      </p:cxnSp>
      <p:cxnSp>
        <p:nvCxnSpPr>
          <p:cNvPr id="511" name="Google Shape;511;p7"/>
          <p:cNvCxnSpPr/>
          <p:nvPr/>
        </p:nvCxnSpPr>
        <p:spPr>
          <a:xfrm>
            <a:off x="7914132" y="6400800"/>
            <a:ext cx="0" cy="183000"/>
          </a:xfrm>
          <a:prstGeom prst="straightConnector1">
            <a:avLst/>
          </a:prstGeom>
          <a:noFill/>
          <a:ln cap="flat" cmpd="sng" w="15875">
            <a:solidFill>
              <a:srgbClr val="0A0A0A"/>
            </a:solidFill>
            <a:prstDash val="solid"/>
            <a:round/>
            <a:headEnd len="sm" w="sm" type="none"/>
            <a:tailEnd len="sm" w="sm" type="none"/>
          </a:ln>
        </p:spPr>
      </p:cxnSp>
      <p:cxnSp>
        <p:nvCxnSpPr>
          <p:cNvPr id="512" name="Google Shape;512;p7"/>
          <p:cNvCxnSpPr/>
          <p:nvPr/>
        </p:nvCxnSpPr>
        <p:spPr>
          <a:xfrm>
            <a:off x="8129016" y="2834640"/>
            <a:ext cx="3666600" cy="0"/>
          </a:xfrm>
          <a:prstGeom prst="straightConnector1">
            <a:avLst/>
          </a:prstGeom>
          <a:noFill/>
          <a:ln cap="flat" cmpd="sng" w="9525">
            <a:solidFill>
              <a:srgbClr val="D1D5DB"/>
            </a:solidFill>
            <a:prstDash val="solid"/>
            <a:round/>
            <a:headEnd len="sm" w="sm" type="none"/>
            <a:tailEnd len="sm" w="sm" type="none"/>
          </a:ln>
        </p:spPr>
      </p:cxnSp>
      <p:cxnSp>
        <p:nvCxnSpPr>
          <p:cNvPr id="513" name="Google Shape;513;p7"/>
          <p:cNvCxnSpPr/>
          <p:nvPr/>
        </p:nvCxnSpPr>
        <p:spPr>
          <a:xfrm>
            <a:off x="8129016" y="6583680"/>
            <a:ext cx="3666600" cy="0"/>
          </a:xfrm>
          <a:prstGeom prst="straightConnector1">
            <a:avLst/>
          </a:prstGeom>
          <a:noFill/>
          <a:ln cap="flat" cmpd="sng" w="9525">
            <a:solidFill>
              <a:srgbClr val="D1D5DB"/>
            </a:solidFill>
            <a:prstDash val="solid"/>
            <a:round/>
            <a:headEnd len="sm" w="sm" type="none"/>
            <a:tailEnd len="sm" w="sm" type="none"/>
          </a:ln>
        </p:spPr>
      </p:cxnSp>
      <p:cxnSp>
        <p:nvCxnSpPr>
          <p:cNvPr id="514" name="Google Shape;514;p7"/>
          <p:cNvCxnSpPr/>
          <p:nvPr/>
        </p:nvCxnSpPr>
        <p:spPr>
          <a:xfrm>
            <a:off x="8129016" y="2834640"/>
            <a:ext cx="0" cy="3749100"/>
          </a:xfrm>
          <a:prstGeom prst="straightConnector1">
            <a:avLst/>
          </a:prstGeom>
          <a:noFill/>
          <a:ln cap="flat" cmpd="sng" w="9525">
            <a:solidFill>
              <a:srgbClr val="D1D5DB"/>
            </a:solidFill>
            <a:prstDash val="solid"/>
            <a:round/>
            <a:headEnd len="sm" w="sm" type="none"/>
            <a:tailEnd len="sm" w="sm" type="none"/>
          </a:ln>
        </p:spPr>
      </p:cxnSp>
      <p:cxnSp>
        <p:nvCxnSpPr>
          <p:cNvPr id="515" name="Google Shape;515;p7"/>
          <p:cNvCxnSpPr/>
          <p:nvPr/>
        </p:nvCxnSpPr>
        <p:spPr>
          <a:xfrm>
            <a:off x="11795760" y="2834640"/>
            <a:ext cx="0" cy="3749100"/>
          </a:xfrm>
          <a:prstGeom prst="straightConnector1">
            <a:avLst/>
          </a:prstGeom>
          <a:noFill/>
          <a:ln cap="flat" cmpd="sng" w="9525">
            <a:solidFill>
              <a:srgbClr val="D1D5DB"/>
            </a:solidFill>
            <a:prstDash val="solid"/>
            <a:round/>
            <a:headEnd len="sm" w="sm" type="none"/>
            <a:tailEnd len="sm" w="sm" type="none"/>
          </a:ln>
        </p:spPr>
      </p:cxnSp>
      <p:cxnSp>
        <p:nvCxnSpPr>
          <p:cNvPr id="516" name="Google Shape;516;p7"/>
          <p:cNvCxnSpPr/>
          <p:nvPr/>
        </p:nvCxnSpPr>
        <p:spPr>
          <a:xfrm>
            <a:off x="8129016" y="2834640"/>
            <a:ext cx="183000" cy="0"/>
          </a:xfrm>
          <a:prstGeom prst="straightConnector1">
            <a:avLst/>
          </a:prstGeom>
          <a:noFill/>
          <a:ln cap="flat" cmpd="sng" w="15875">
            <a:solidFill>
              <a:srgbClr val="0A0A0A"/>
            </a:solidFill>
            <a:prstDash val="solid"/>
            <a:round/>
            <a:headEnd len="sm" w="sm" type="none"/>
            <a:tailEnd len="sm" w="sm" type="none"/>
          </a:ln>
        </p:spPr>
      </p:cxnSp>
      <p:cxnSp>
        <p:nvCxnSpPr>
          <p:cNvPr id="517" name="Google Shape;517;p7"/>
          <p:cNvCxnSpPr/>
          <p:nvPr/>
        </p:nvCxnSpPr>
        <p:spPr>
          <a:xfrm>
            <a:off x="8129016" y="2834640"/>
            <a:ext cx="0" cy="183000"/>
          </a:xfrm>
          <a:prstGeom prst="straightConnector1">
            <a:avLst/>
          </a:prstGeom>
          <a:noFill/>
          <a:ln cap="flat" cmpd="sng" w="15875">
            <a:solidFill>
              <a:srgbClr val="0A0A0A"/>
            </a:solidFill>
            <a:prstDash val="solid"/>
            <a:round/>
            <a:headEnd len="sm" w="sm" type="none"/>
            <a:tailEnd len="sm" w="sm" type="none"/>
          </a:ln>
        </p:spPr>
      </p:cxnSp>
      <p:cxnSp>
        <p:nvCxnSpPr>
          <p:cNvPr id="518" name="Google Shape;518;p7"/>
          <p:cNvCxnSpPr/>
          <p:nvPr/>
        </p:nvCxnSpPr>
        <p:spPr>
          <a:xfrm>
            <a:off x="11612880" y="2834640"/>
            <a:ext cx="183000" cy="0"/>
          </a:xfrm>
          <a:prstGeom prst="straightConnector1">
            <a:avLst/>
          </a:prstGeom>
          <a:noFill/>
          <a:ln cap="flat" cmpd="sng" w="15875">
            <a:solidFill>
              <a:srgbClr val="0A0A0A"/>
            </a:solidFill>
            <a:prstDash val="solid"/>
            <a:round/>
            <a:headEnd len="sm" w="sm" type="none"/>
            <a:tailEnd len="sm" w="sm" type="none"/>
          </a:ln>
        </p:spPr>
      </p:cxnSp>
      <p:cxnSp>
        <p:nvCxnSpPr>
          <p:cNvPr id="519" name="Google Shape;519;p7"/>
          <p:cNvCxnSpPr/>
          <p:nvPr/>
        </p:nvCxnSpPr>
        <p:spPr>
          <a:xfrm>
            <a:off x="11795760" y="2834640"/>
            <a:ext cx="0" cy="183000"/>
          </a:xfrm>
          <a:prstGeom prst="straightConnector1">
            <a:avLst/>
          </a:prstGeom>
          <a:noFill/>
          <a:ln cap="flat" cmpd="sng" w="15875">
            <a:solidFill>
              <a:srgbClr val="0A0A0A"/>
            </a:solidFill>
            <a:prstDash val="solid"/>
            <a:round/>
            <a:headEnd len="sm" w="sm" type="none"/>
            <a:tailEnd len="sm" w="sm" type="none"/>
          </a:ln>
        </p:spPr>
      </p:cxnSp>
      <p:cxnSp>
        <p:nvCxnSpPr>
          <p:cNvPr id="520" name="Google Shape;520;p7"/>
          <p:cNvCxnSpPr/>
          <p:nvPr/>
        </p:nvCxnSpPr>
        <p:spPr>
          <a:xfrm>
            <a:off x="8129016" y="6400800"/>
            <a:ext cx="0" cy="183000"/>
          </a:xfrm>
          <a:prstGeom prst="straightConnector1">
            <a:avLst/>
          </a:prstGeom>
          <a:noFill/>
          <a:ln cap="flat" cmpd="sng" w="15875">
            <a:solidFill>
              <a:srgbClr val="0A0A0A"/>
            </a:solidFill>
            <a:prstDash val="solid"/>
            <a:round/>
            <a:headEnd len="sm" w="sm" type="none"/>
            <a:tailEnd len="sm" w="sm" type="none"/>
          </a:ln>
        </p:spPr>
      </p:cxnSp>
      <p:cxnSp>
        <p:nvCxnSpPr>
          <p:cNvPr id="521" name="Google Shape;521;p7"/>
          <p:cNvCxnSpPr/>
          <p:nvPr/>
        </p:nvCxnSpPr>
        <p:spPr>
          <a:xfrm>
            <a:off x="8129016" y="6583680"/>
            <a:ext cx="183000" cy="0"/>
          </a:xfrm>
          <a:prstGeom prst="straightConnector1">
            <a:avLst/>
          </a:prstGeom>
          <a:noFill/>
          <a:ln cap="flat" cmpd="sng" w="15875">
            <a:solidFill>
              <a:srgbClr val="0A0A0A"/>
            </a:solidFill>
            <a:prstDash val="solid"/>
            <a:round/>
            <a:headEnd len="sm" w="sm" type="none"/>
            <a:tailEnd len="sm" w="sm" type="none"/>
          </a:ln>
        </p:spPr>
      </p:cxnSp>
      <p:cxnSp>
        <p:nvCxnSpPr>
          <p:cNvPr id="522" name="Google Shape;522;p7"/>
          <p:cNvCxnSpPr/>
          <p:nvPr/>
        </p:nvCxnSpPr>
        <p:spPr>
          <a:xfrm>
            <a:off x="11612880" y="6583680"/>
            <a:ext cx="183000" cy="0"/>
          </a:xfrm>
          <a:prstGeom prst="straightConnector1">
            <a:avLst/>
          </a:prstGeom>
          <a:noFill/>
          <a:ln cap="flat" cmpd="sng" w="15875">
            <a:solidFill>
              <a:srgbClr val="0A0A0A"/>
            </a:solidFill>
            <a:prstDash val="solid"/>
            <a:round/>
            <a:headEnd len="sm" w="sm" type="none"/>
            <a:tailEnd len="sm" w="sm" type="none"/>
          </a:ln>
        </p:spPr>
      </p:cxnSp>
      <p:cxnSp>
        <p:nvCxnSpPr>
          <p:cNvPr id="523" name="Google Shape;523;p7"/>
          <p:cNvCxnSpPr/>
          <p:nvPr/>
        </p:nvCxnSpPr>
        <p:spPr>
          <a:xfrm>
            <a:off x="11795760" y="6400800"/>
            <a:ext cx="0" cy="183000"/>
          </a:xfrm>
          <a:prstGeom prst="straightConnector1">
            <a:avLst/>
          </a:prstGeom>
          <a:noFill/>
          <a:ln cap="flat" cmpd="sng" w="15875">
            <a:solidFill>
              <a:srgbClr val="0A0A0A"/>
            </a:solidFill>
            <a:prstDash val="solid"/>
            <a:round/>
            <a:headEnd len="sm" w="sm" type="none"/>
            <a:tailEnd len="sm" w="sm" type="none"/>
          </a:ln>
        </p:spPr>
      </p:cxnSp>
      <p:pic>
        <p:nvPicPr>
          <p:cNvPr id="524" name="Google Shape;524;p7"/>
          <p:cNvPicPr preferRelativeResize="0"/>
          <p:nvPr/>
        </p:nvPicPr>
        <p:blipFill>
          <a:blip r:embed="rId3">
            <a:alphaModFix/>
          </a:blip>
          <a:stretch>
            <a:fillRect/>
          </a:stretch>
        </p:blipFill>
        <p:spPr>
          <a:xfrm>
            <a:off x="402820" y="2847006"/>
            <a:ext cx="3601346" cy="3688351"/>
          </a:xfrm>
          <a:prstGeom prst="rect">
            <a:avLst/>
          </a:prstGeom>
          <a:noFill/>
          <a:ln>
            <a:noFill/>
          </a:ln>
        </p:spPr>
      </p:pic>
      <p:pic>
        <p:nvPicPr>
          <p:cNvPr id="525" name="Google Shape;525;p7"/>
          <p:cNvPicPr preferRelativeResize="0"/>
          <p:nvPr/>
        </p:nvPicPr>
        <p:blipFill>
          <a:blip r:embed="rId4">
            <a:alphaModFix/>
          </a:blip>
          <a:stretch>
            <a:fillRect/>
          </a:stretch>
        </p:blipFill>
        <p:spPr>
          <a:xfrm>
            <a:off x="8649275" y="2859800"/>
            <a:ext cx="2626225" cy="3698725"/>
          </a:xfrm>
          <a:prstGeom prst="rect">
            <a:avLst/>
          </a:prstGeom>
          <a:noFill/>
          <a:ln>
            <a:noFill/>
          </a:ln>
        </p:spPr>
      </p:pic>
      <p:pic>
        <p:nvPicPr>
          <p:cNvPr id="526" name="Google Shape;526;p7"/>
          <p:cNvPicPr preferRelativeResize="0"/>
          <p:nvPr/>
        </p:nvPicPr>
        <p:blipFill>
          <a:blip r:embed="rId5">
            <a:alphaModFix/>
          </a:blip>
          <a:stretch>
            <a:fillRect/>
          </a:stretch>
        </p:blipFill>
        <p:spPr>
          <a:xfrm>
            <a:off x="4627712" y="2834650"/>
            <a:ext cx="3089090" cy="37490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1" name="Shape 531"/>
        <p:cNvGrpSpPr/>
        <p:nvPr/>
      </p:nvGrpSpPr>
      <p:grpSpPr>
        <a:xfrm>
          <a:off x="0" y="0"/>
          <a:ext cx="0" cy="0"/>
          <a:chOff x="0" y="0"/>
          <a:chExt cx="0" cy="0"/>
        </a:xfrm>
      </p:grpSpPr>
      <p:cxnSp>
        <p:nvCxnSpPr>
          <p:cNvPr id="532" name="Google Shape;532;p8"/>
          <p:cNvCxnSpPr/>
          <p:nvPr/>
        </p:nvCxnSpPr>
        <p:spPr>
          <a:xfrm>
            <a:off x="11247120" y="868680"/>
            <a:ext cx="502920" cy="182880"/>
          </a:xfrm>
          <a:prstGeom prst="straightConnector1">
            <a:avLst/>
          </a:prstGeom>
          <a:noFill/>
          <a:ln cap="flat" cmpd="sng" w="9525">
            <a:solidFill>
              <a:srgbClr val="9CA3AF"/>
            </a:solidFill>
            <a:prstDash val="solid"/>
            <a:round/>
            <a:headEnd len="sm" w="sm" type="none"/>
            <a:tailEnd len="sm" w="sm" type="none"/>
          </a:ln>
        </p:spPr>
      </p:cxnSp>
      <p:cxnSp>
        <p:nvCxnSpPr>
          <p:cNvPr id="533" name="Google Shape;533;p8"/>
          <p:cNvCxnSpPr/>
          <p:nvPr/>
        </p:nvCxnSpPr>
        <p:spPr>
          <a:xfrm flipH="1">
            <a:off x="11018520" y="868680"/>
            <a:ext cx="228600" cy="411480"/>
          </a:xfrm>
          <a:prstGeom prst="straightConnector1">
            <a:avLst/>
          </a:prstGeom>
          <a:noFill/>
          <a:ln cap="flat" cmpd="sng" w="9525">
            <a:solidFill>
              <a:srgbClr val="9CA3AF"/>
            </a:solidFill>
            <a:prstDash val="solid"/>
            <a:round/>
            <a:headEnd len="sm" w="sm" type="none"/>
            <a:tailEnd len="sm" w="sm" type="none"/>
          </a:ln>
        </p:spPr>
      </p:cxnSp>
      <p:cxnSp>
        <p:nvCxnSpPr>
          <p:cNvPr id="534" name="Google Shape;534;p8"/>
          <p:cNvCxnSpPr/>
          <p:nvPr/>
        </p:nvCxnSpPr>
        <p:spPr>
          <a:xfrm>
            <a:off x="11018520" y="1280160"/>
            <a:ext cx="457200" cy="137160"/>
          </a:xfrm>
          <a:prstGeom prst="straightConnector1">
            <a:avLst/>
          </a:prstGeom>
          <a:noFill/>
          <a:ln cap="flat" cmpd="sng" w="9525">
            <a:solidFill>
              <a:srgbClr val="9CA3AF"/>
            </a:solidFill>
            <a:prstDash val="solid"/>
            <a:round/>
            <a:headEnd len="sm" w="sm" type="none"/>
            <a:tailEnd len="sm" w="sm" type="none"/>
          </a:ln>
        </p:spPr>
      </p:cxnSp>
      <p:cxnSp>
        <p:nvCxnSpPr>
          <p:cNvPr id="535" name="Google Shape;535;p8"/>
          <p:cNvCxnSpPr/>
          <p:nvPr/>
        </p:nvCxnSpPr>
        <p:spPr>
          <a:xfrm flipH="1">
            <a:off x="11475720" y="1051560"/>
            <a:ext cx="274320" cy="365760"/>
          </a:xfrm>
          <a:prstGeom prst="straightConnector1">
            <a:avLst/>
          </a:prstGeom>
          <a:noFill/>
          <a:ln cap="flat" cmpd="sng" w="9525">
            <a:solidFill>
              <a:srgbClr val="9CA3AF"/>
            </a:solidFill>
            <a:prstDash val="solid"/>
            <a:round/>
            <a:headEnd len="sm" w="sm" type="none"/>
            <a:tailEnd len="sm" w="sm" type="none"/>
          </a:ln>
        </p:spPr>
      </p:cxnSp>
      <p:sp>
        <p:nvSpPr>
          <p:cNvPr id="536" name="Google Shape;536;p8"/>
          <p:cNvSpPr/>
          <p:nvPr/>
        </p:nvSpPr>
        <p:spPr>
          <a:xfrm>
            <a:off x="11210544" y="83210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8"/>
          <p:cNvSpPr/>
          <p:nvPr/>
        </p:nvSpPr>
        <p:spPr>
          <a:xfrm>
            <a:off x="11713464" y="101498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8"/>
          <p:cNvSpPr/>
          <p:nvPr/>
        </p:nvSpPr>
        <p:spPr>
          <a:xfrm>
            <a:off x="11439144" y="138074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8"/>
          <p:cNvSpPr/>
          <p:nvPr/>
        </p:nvSpPr>
        <p:spPr>
          <a:xfrm>
            <a:off x="10981944" y="124358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8"/>
          <p:cNvSpPr/>
          <p:nvPr/>
        </p:nvSpPr>
        <p:spPr>
          <a:xfrm>
            <a:off x="457200" y="27432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00"/>
              <a:buFont typeface="Courier New"/>
              <a:buNone/>
            </a:pPr>
            <a:r>
              <a:rPr b="1" i="0" lang="en-US" sz="1000" u="none" cap="none" strike="noStrike">
                <a:solidFill>
                  <a:srgbClr val="000000"/>
                </a:solidFill>
                <a:latin typeface="Courier New"/>
                <a:ea typeface="Courier New"/>
                <a:cs typeface="Courier New"/>
                <a:sym typeface="Courier New"/>
              </a:rPr>
              <a:t>TRACE.SPACE</a:t>
            </a:r>
            <a:endParaRPr b="0" i="0" sz="1000" u="none" cap="none" strike="noStrike">
              <a:solidFill>
                <a:schemeClr val="dk1"/>
              </a:solidFill>
              <a:latin typeface="Calibri"/>
              <a:ea typeface="Calibri"/>
              <a:cs typeface="Calibri"/>
              <a:sym typeface="Calibri"/>
            </a:endParaRPr>
          </a:p>
        </p:txBody>
      </p:sp>
      <p:sp>
        <p:nvSpPr>
          <p:cNvPr id="541" name="Google Shape;541;p8"/>
          <p:cNvSpPr/>
          <p:nvPr/>
        </p:nvSpPr>
        <p:spPr>
          <a:xfrm>
            <a:off x="10332720" y="274320"/>
            <a:ext cx="13716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ourier New"/>
              <a:buNone/>
            </a:pPr>
            <a:r>
              <a:rPr b="0" i="0" lang="en-US" sz="900" u="none" cap="none" strike="noStrike">
                <a:solidFill>
                  <a:srgbClr val="6B7280"/>
                </a:solidFill>
                <a:latin typeface="Courier New"/>
                <a:ea typeface="Courier New"/>
                <a:cs typeface="Courier New"/>
                <a:sym typeface="Courier New"/>
              </a:rPr>
              <a:t>05 / 07</a:t>
            </a:r>
            <a:endParaRPr b="0" i="0" sz="900" u="none" cap="none" strike="noStrike">
              <a:solidFill>
                <a:schemeClr val="dk1"/>
              </a:solidFill>
              <a:latin typeface="Calibri"/>
              <a:ea typeface="Calibri"/>
              <a:cs typeface="Calibri"/>
              <a:sym typeface="Calibri"/>
            </a:endParaRPr>
          </a:p>
        </p:txBody>
      </p:sp>
      <p:cxnSp>
        <p:nvCxnSpPr>
          <p:cNvPr id="542" name="Google Shape;542;p8"/>
          <p:cNvCxnSpPr/>
          <p:nvPr/>
        </p:nvCxnSpPr>
        <p:spPr>
          <a:xfrm>
            <a:off x="457200" y="594360"/>
            <a:ext cx="11274552" cy="0"/>
          </a:xfrm>
          <a:prstGeom prst="straightConnector1">
            <a:avLst/>
          </a:prstGeom>
          <a:noFill/>
          <a:ln cap="flat" cmpd="sng" w="9525">
            <a:solidFill>
              <a:srgbClr val="D1D5DB"/>
            </a:solidFill>
            <a:prstDash val="solid"/>
            <a:round/>
            <a:headEnd len="sm" w="sm" type="none"/>
            <a:tailEnd len="sm" w="sm" type="none"/>
          </a:ln>
        </p:spPr>
      </p:cxnSp>
      <p:cxnSp>
        <p:nvCxnSpPr>
          <p:cNvPr id="543" name="Google Shape;543;p8"/>
          <p:cNvCxnSpPr/>
          <p:nvPr/>
        </p:nvCxnSpPr>
        <p:spPr>
          <a:xfrm>
            <a:off x="365760" y="777240"/>
            <a:ext cx="11430000" cy="0"/>
          </a:xfrm>
          <a:prstGeom prst="straightConnector1">
            <a:avLst/>
          </a:prstGeom>
          <a:noFill/>
          <a:ln cap="flat" cmpd="sng" w="9525">
            <a:solidFill>
              <a:srgbClr val="D1D5DB"/>
            </a:solidFill>
            <a:prstDash val="solid"/>
            <a:round/>
            <a:headEnd len="sm" w="sm" type="none"/>
            <a:tailEnd len="sm" w="sm" type="none"/>
          </a:ln>
        </p:spPr>
      </p:cxnSp>
      <p:cxnSp>
        <p:nvCxnSpPr>
          <p:cNvPr id="544" name="Google Shape;544;p8"/>
          <p:cNvCxnSpPr/>
          <p:nvPr/>
        </p:nvCxnSpPr>
        <p:spPr>
          <a:xfrm>
            <a:off x="365760" y="1645920"/>
            <a:ext cx="11430000" cy="0"/>
          </a:xfrm>
          <a:prstGeom prst="straightConnector1">
            <a:avLst/>
          </a:prstGeom>
          <a:noFill/>
          <a:ln cap="flat" cmpd="sng" w="9525">
            <a:solidFill>
              <a:srgbClr val="D1D5DB"/>
            </a:solidFill>
            <a:prstDash val="solid"/>
            <a:round/>
            <a:headEnd len="sm" w="sm" type="none"/>
            <a:tailEnd len="sm" w="sm" type="none"/>
          </a:ln>
        </p:spPr>
      </p:cxnSp>
      <p:cxnSp>
        <p:nvCxnSpPr>
          <p:cNvPr id="545" name="Google Shape;545;p8"/>
          <p:cNvCxnSpPr/>
          <p:nvPr/>
        </p:nvCxnSpPr>
        <p:spPr>
          <a:xfrm>
            <a:off x="365760" y="777240"/>
            <a:ext cx="0" cy="868680"/>
          </a:xfrm>
          <a:prstGeom prst="straightConnector1">
            <a:avLst/>
          </a:prstGeom>
          <a:noFill/>
          <a:ln cap="flat" cmpd="sng" w="9525">
            <a:solidFill>
              <a:srgbClr val="D1D5DB"/>
            </a:solidFill>
            <a:prstDash val="solid"/>
            <a:round/>
            <a:headEnd len="sm" w="sm" type="none"/>
            <a:tailEnd len="sm" w="sm" type="none"/>
          </a:ln>
        </p:spPr>
      </p:cxnSp>
      <p:cxnSp>
        <p:nvCxnSpPr>
          <p:cNvPr id="546" name="Google Shape;546;p8"/>
          <p:cNvCxnSpPr/>
          <p:nvPr/>
        </p:nvCxnSpPr>
        <p:spPr>
          <a:xfrm>
            <a:off x="11795760" y="777240"/>
            <a:ext cx="0" cy="868680"/>
          </a:xfrm>
          <a:prstGeom prst="straightConnector1">
            <a:avLst/>
          </a:prstGeom>
          <a:noFill/>
          <a:ln cap="flat" cmpd="sng" w="9525">
            <a:solidFill>
              <a:srgbClr val="D1D5DB"/>
            </a:solidFill>
            <a:prstDash val="solid"/>
            <a:round/>
            <a:headEnd len="sm" w="sm" type="none"/>
            <a:tailEnd len="sm" w="sm" type="none"/>
          </a:ln>
        </p:spPr>
      </p:cxnSp>
      <p:cxnSp>
        <p:nvCxnSpPr>
          <p:cNvPr id="547" name="Google Shape;547;p8"/>
          <p:cNvCxnSpPr/>
          <p:nvPr/>
        </p:nvCxnSpPr>
        <p:spPr>
          <a:xfrm>
            <a:off x="365760" y="777240"/>
            <a:ext cx="201168" cy="0"/>
          </a:xfrm>
          <a:prstGeom prst="straightConnector1">
            <a:avLst/>
          </a:prstGeom>
          <a:noFill/>
          <a:ln cap="flat" cmpd="sng" w="12700">
            <a:solidFill>
              <a:srgbClr val="0A0A0A"/>
            </a:solidFill>
            <a:prstDash val="solid"/>
            <a:round/>
            <a:headEnd len="sm" w="sm" type="none"/>
            <a:tailEnd len="sm" w="sm" type="none"/>
          </a:ln>
        </p:spPr>
      </p:cxnSp>
      <p:cxnSp>
        <p:nvCxnSpPr>
          <p:cNvPr id="548" name="Google Shape;548;p8"/>
          <p:cNvCxnSpPr/>
          <p:nvPr/>
        </p:nvCxnSpPr>
        <p:spPr>
          <a:xfrm>
            <a:off x="365760" y="777240"/>
            <a:ext cx="0" cy="201168"/>
          </a:xfrm>
          <a:prstGeom prst="straightConnector1">
            <a:avLst/>
          </a:prstGeom>
          <a:noFill/>
          <a:ln cap="flat" cmpd="sng" w="12700">
            <a:solidFill>
              <a:srgbClr val="0A0A0A"/>
            </a:solidFill>
            <a:prstDash val="solid"/>
            <a:round/>
            <a:headEnd len="sm" w="sm" type="none"/>
            <a:tailEnd len="sm" w="sm" type="none"/>
          </a:ln>
        </p:spPr>
      </p:cxnSp>
      <p:cxnSp>
        <p:nvCxnSpPr>
          <p:cNvPr id="549" name="Google Shape;549;p8"/>
          <p:cNvCxnSpPr/>
          <p:nvPr/>
        </p:nvCxnSpPr>
        <p:spPr>
          <a:xfrm>
            <a:off x="11594592" y="777240"/>
            <a:ext cx="201168" cy="0"/>
          </a:xfrm>
          <a:prstGeom prst="straightConnector1">
            <a:avLst/>
          </a:prstGeom>
          <a:noFill/>
          <a:ln cap="flat" cmpd="sng" w="12700">
            <a:solidFill>
              <a:srgbClr val="0A0A0A"/>
            </a:solidFill>
            <a:prstDash val="solid"/>
            <a:round/>
            <a:headEnd len="sm" w="sm" type="none"/>
            <a:tailEnd len="sm" w="sm" type="none"/>
          </a:ln>
        </p:spPr>
      </p:cxnSp>
      <p:cxnSp>
        <p:nvCxnSpPr>
          <p:cNvPr id="550" name="Google Shape;550;p8"/>
          <p:cNvCxnSpPr/>
          <p:nvPr/>
        </p:nvCxnSpPr>
        <p:spPr>
          <a:xfrm>
            <a:off x="11795760" y="777240"/>
            <a:ext cx="0" cy="201168"/>
          </a:xfrm>
          <a:prstGeom prst="straightConnector1">
            <a:avLst/>
          </a:prstGeom>
          <a:noFill/>
          <a:ln cap="flat" cmpd="sng" w="12700">
            <a:solidFill>
              <a:srgbClr val="0A0A0A"/>
            </a:solidFill>
            <a:prstDash val="solid"/>
            <a:round/>
            <a:headEnd len="sm" w="sm" type="none"/>
            <a:tailEnd len="sm" w="sm" type="none"/>
          </a:ln>
        </p:spPr>
      </p:cxnSp>
      <p:cxnSp>
        <p:nvCxnSpPr>
          <p:cNvPr id="551" name="Google Shape;551;p8"/>
          <p:cNvCxnSpPr/>
          <p:nvPr/>
        </p:nvCxnSpPr>
        <p:spPr>
          <a:xfrm>
            <a:off x="365760" y="1444752"/>
            <a:ext cx="0" cy="201168"/>
          </a:xfrm>
          <a:prstGeom prst="straightConnector1">
            <a:avLst/>
          </a:prstGeom>
          <a:noFill/>
          <a:ln cap="flat" cmpd="sng" w="12700">
            <a:solidFill>
              <a:srgbClr val="0A0A0A"/>
            </a:solidFill>
            <a:prstDash val="solid"/>
            <a:round/>
            <a:headEnd len="sm" w="sm" type="none"/>
            <a:tailEnd len="sm" w="sm" type="none"/>
          </a:ln>
        </p:spPr>
      </p:cxnSp>
      <p:cxnSp>
        <p:nvCxnSpPr>
          <p:cNvPr id="552" name="Google Shape;552;p8"/>
          <p:cNvCxnSpPr/>
          <p:nvPr/>
        </p:nvCxnSpPr>
        <p:spPr>
          <a:xfrm>
            <a:off x="365760" y="1645920"/>
            <a:ext cx="201168" cy="0"/>
          </a:xfrm>
          <a:prstGeom prst="straightConnector1">
            <a:avLst/>
          </a:prstGeom>
          <a:noFill/>
          <a:ln cap="flat" cmpd="sng" w="12700">
            <a:solidFill>
              <a:srgbClr val="0A0A0A"/>
            </a:solidFill>
            <a:prstDash val="solid"/>
            <a:round/>
            <a:headEnd len="sm" w="sm" type="none"/>
            <a:tailEnd len="sm" w="sm" type="none"/>
          </a:ln>
        </p:spPr>
      </p:cxnSp>
      <p:cxnSp>
        <p:nvCxnSpPr>
          <p:cNvPr id="553" name="Google Shape;553;p8"/>
          <p:cNvCxnSpPr/>
          <p:nvPr/>
        </p:nvCxnSpPr>
        <p:spPr>
          <a:xfrm>
            <a:off x="11594592" y="1645920"/>
            <a:ext cx="201168" cy="0"/>
          </a:xfrm>
          <a:prstGeom prst="straightConnector1">
            <a:avLst/>
          </a:prstGeom>
          <a:noFill/>
          <a:ln cap="flat" cmpd="sng" w="12700">
            <a:solidFill>
              <a:srgbClr val="0A0A0A"/>
            </a:solidFill>
            <a:prstDash val="solid"/>
            <a:round/>
            <a:headEnd len="sm" w="sm" type="none"/>
            <a:tailEnd len="sm" w="sm" type="none"/>
          </a:ln>
        </p:spPr>
      </p:cxnSp>
      <p:cxnSp>
        <p:nvCxnSpPr>
          <p:cNvPr id="554" name="Google Shape;554;p8"/>
          <p:cNvCxnSpPr/>
          <p:nvPr/>
        </p:nvCxnSpPr>
        <p:spPr>
          <a:xfrm>
            <a:off x="11795760" y="1444752"/>
            <a:ext cx="0" cy="201168"/>
          </a:xfrm>
          <a:prstGeom prst="straightConnector1">
            <a:avLst/>
          </a:prstGeom>
          <a:noFill/>
          <a:ln cap="flat" cmpd="sng" w="12700">
            <a:solidFill>
              <a:srgbClr val="0A0A0A"/>
            </a:solidFill>
            <a:prstDash val="solid"/>
            <a:round/>
            <a:headEnd len="sm" w="sm" type="none"/>
            <a:tailEnd len="sm" w="sm" type="none"/>
          </a:ln>
        </p:spPr>
      </p:cxnSp>
      <p:sp>
        <p:nvSpPr>
          <p:cNvPr id="555" name="Google Shape;555;p8"/>
          <p:cNvSpPr/>
          <p:nvPr/>
        </p:nvSpPr>
        <p:spPr>
          <a:xfrm>
            <a:off x="457200" y="868680"/>
            <a:ext cx="112471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400"/>
              <a:buFont typeface="Arial Black"/>
              <a:buNone/>
            </a:pPr>
            <a:r>
              <a:rPr b="1" i="0" lang="en-US" sz="3400" u="none" cap="none" strike="noStrike">
                <a:solidFill>
                  <a:srgbClr val="000000"/>
                </a:solidFill>
                <a:latin typeface="Arial Black"/>
                <a:ea typeface="Arial Black"/>
                <a:cs typeface="Arial Black"/>
                <a:sym typeface="Arial Black"/>
              </a:rPr>
              <a:t>Pillar 2 </a:t>
            </a:r>
            <a:r>
              <a:rPr b="1" i="0" lang="en-US" sz="3400" u="none" cap="none" strike="noStrike">
                <a:solidFill>
                  <a:srgbClr val="000000"/>
                </a:solidFill>
                <a:latin typeface="Arial Black"/>
                <a:ea typeface="Arial Black"/>
                <a:cs typeface="Arial Black"/>
                <a:sym typeface="Arial Black"/>
              </a:rPr>
              <a:t>—</a:t>
            </a:r>
            <a:r>
              <a:rPr b="1" i="0" lang="en-US" sz="3400" u="none" cap="none" strike="noStrike">
                <a:solidFill>
                  <a:srgbClr val="000000"/>
                </a:solidFill>
                <a:latin typeface="Arial Black"/>
                <a:ea typeface="Arial Black"/>
                <a:cs typeface="Arial Black"/>
                <a:sym typeface="Arial Black"/>
              </a:rPr>
              <a:t> Credible</a:t>
            </a:r>
            <a:endParaRPr b="0" i="0" sz="3400" u="none" cap="none" strike="noStrike">
              <a:solidFill>
                <a:schemeClr val="dk1"/>
              </a:solidFill>
              <a:latin typeface="Calibri"/>
              <a:ea typeface="Calibri"/>
              <a:cs typeface="Calibri"/>
              <a:sym typeface="Calibri"/>
            </a:endParaRPr>
          </a:p>
        </p:txBody>
      </p:sp>
      <p:sp>
        <p:nvSpPr>
          <p:cNvPr id="556" name="Google Shape;556;p8"/>
          <p:cNvSpPr/>
          <p:nvPr/>
        </p:nvSpPr>
        <p:spPr>
          <a:xfrm>
            <a:off x="457200" y="1755648"/>
            <a:ext cx="11247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400"/>
              <a:buFont typeface="Courier New"/>
              <a:buNone/>
            </a:pPr>
            <a:r>
              <a:rPr b="1" i="0" lang="en-US" sz="1400" u="none" cap="none" strike="noStrike">
                <a:solidFill>
                  <a:srgbClr val="5B21B6"/>
                </a:solidFill>
                <a:latin typeface="Courier New"/>
                <a:ea typeface="Courier New"/>
                <a:cs typeface="Courier New"/>
                <a:sym typeface="Courier New"/>
              </a:rPr>
              <a:t>SHOW UP WHERE THEY </a:t>
            </a:r>
            <a:r>
              <a:rPr b="1" lang="en-US">
                <a:solidFill>
                  <a:srgbClr val="5B21B6"/>
                </a:solidFill>
                <a:latin typeface="Courier New"/>
                <a:ea typeface="Courier New"/>
                <a:cs typeface="Courier New"/>
                <a:sym typeface="Courier New"/>
              </a:rPr>
              <a:t>RANT</a:t>
            </a:r>
            <a:endParaRPr b="0" i="0" sz="1400" u="none" cap="none" strike="noStrike">
              <a:solidFill>
                <a:schemeClr val="dk1"/>
              </a:solidFill>
              <a:latin typeface="Calibri"/>
              <a:ea typeface="Calibri"/>
              <a:cs typeface="Calibri"/>
              <a:sym typeface="Calibri"/>
            </a:endParaRPr>
          </a:p>
        </p:txBody>
      </p:sp>
      <p:cxnSp>
        <p:nvCxnSpPr>
          <p:cNvPr id="557" name="Google Shape;557;p8"/>
          <p:cNvCxnSpPr/>
          <p:nvPr/>
        </p:nvCxnSpPr>
        <p:spPr>
          <a:xfrm>
            <a:off x="365760" y="2606040"/>
            <a:ext cx="5486400" cy="0"/>
          </a:xfrm>
          <a:prstGeom prst="straightConnector1">
            <a:avLst/>
          </a:prstGeom>
          <a:noFill/>
          <a:ln cap="flat" cmpd="sng" w="9525">
            <a:solidFill>
              <a:srgbClr val="D1D5DB"/>
            </a:solidFill>
            <a:prstDash val="solid"/>
            <a:round/>
            <a:headEnd len="sm" w="sm" type="none"/>
            <a:tailEnd len="sm" w="sm" type="none"/>
          </a:ln>
        </p:spPr>
      </p:cxnSp>
      <p:cxnSp>
        <p:nvCxnSpPr>
          <p:cNvPr id="558" name="Google Shape;558;p8"/>
          <p:cNvCxnSpPr/>
          <p:nvPr/>
        </p:nvCxnSpPr>
        <p:spPr>
          <a:xfrm>
            <a:off x="365760" y="6720840"/>
            <a:ext cx="5486400" cy="0"/>
          </a:xfrm>
          <a:prstGeom prst="straightConnector1">
            <a:avLst/>
          </a:prstGeom>
          <a:noFill/>
          <a:ln cap="flat" cmpd="sng" w="9525">
            <a:solidFill>
              <a:srgbClr val="D1D5DB"/>
            </a:solidFill>
            <a:prstDash val="solid"/>
            <a:round/>
            <a:headEnd len="sm" w="sm" type="none"/>
            <a:tailEnd len="sm" w="sm" type="none"/>
          </a:ln>
        </p:spPr>
      </p:cxnSp>
      <p:cxnSp>
        <p:nvCxnSpPr>
          <p:cNvPr id="559" name="Google Shape;559;p8"/>
          <p:cNvCxnSpPr/>
          <p:nvPr/>
        </p:nvCxnSpPr>
        <p:spPr>
          <a:xfrm>
            <a:off x="365760" y="2606040"/>
            <a:ext cx="0" cy="4114800"/>
          </a:xfrm>
          <a:prstGeom prst="straightConnector1">
            <a:avLst/>
          </a:prstGeom>
          <a:noFill/>
          <a:ln cap="flat" cmpd="sng" w="9525">
            <a:solidFill>
              <a:srgbClr val="D1D5DB"/>
            </a:solidFill>
            <a:prstDash val="solid"/>
            <a:round/>
            <a:headEnd len="sm" w="sm" type="none"/>
            <a:tailEnd len="sm" w="sm" type="none"/>
          </a:ln>
        </p:spPr>
      </p:cxnSp>
      <p:cxnSp>
        <p:nvCxnSpPr>
          <p:cNvPr id="560" name="Google Shape;560;p8"/>
          <p:cNvCxnSpPr/>
          <p:nvPr/>
        </p:nvCxnSpPr>
        <p:spPr>
          <a:xfrm>
            <a:off x="5852160" y="2606040"/>
            <a:ext cx="0" cy="4114800"/>
          </a:xfrm>
          <a:prstGeom prst="straightConnector1">
            <a:avLst/>
          </a:prstGeom>
          <a:noFill/>
          <a:ln cap="flat" cmpd="sng" w="9525">
            <a:solidFill>
              <a:srgbClr val="D1D5DB"/>
            </a:solidFill>
            <a:prstDash val="solid"/>
            <a:round/>
            <a:headEnd len="sm" w="sm" type="none"/>
            <a:tailEnd len="sm" w="sm" type="none"/>
          </a:ln>
        </p:spPr>
      </p:cxnSp>
      <p:cxnSp>
        <p:nvCxnSpPr>
          <p:cNvPr id="561" name="Google Shape;561;p8"/>
          <p:cNvCxnSpPr/>
          <p:nvPr/>
        </p:nvCxnSpPr>
        <p:spPr>
          <a:xfrm>
            <a:off x="365760" y="2606040"/>
            <a:ext cx="182880" cy="0"/>
          </a:xfrm>
          <a:prstGeom prst="straightConnector1">
            <a:avLst/>
          </a:prstGeom>
          <a:noFill/>
          <a:ln cap="flat" cmpd="sng" w="12700">
            <a:solidFill>
              <a:srgbClr val="0A0A0A"/>
            </a:solidFill>
            <a:prstDash val="solid"/>
            <a:round/>
            <a:headEnd len="sm" w="sm" type="none"/>
            <a:tailEnd len="sm" w="sm" type="none"/>
          </a:ln>
        </p:spPr>
      </p:cxnSp>
      <p:cxnSp>
        <p:nvCxnSpPr>
          <p:cNvPr id="562" name="Google Shape;562;p8"/>
          <p:cNvCxnSpPr/>
          <p:nvPr/>
        </p:nvCxnSpPr>
        <p:spPr>
          <a:xfrm>
            <a:off x="365760" y="2606040"/>
            <a:ext cx="0" cy="182880"/>
          </a:xfrm>
          <a:prstGeom prst="straightConnector1">
            <a:avLst/>
          </a:prstGeom>
          <a:noFill/>
          <a:ln cap="flat" cmpd="sng" w="12700">
            <a:solidFill>
              <a:srgbClr val="0A0A0A"/>
            </a:solidFill>
            <a:prstDash val="solid"/>
            <a:round/>
            <a:headEnd len="sm" w="sm" type="none"/>
            <a:tailEnd len="sm" w="sm" type="none"/>
          </a:ln>
        </p:spPr>
      </p:cxnSp>
      <p:cxnSp>
        <p:nvCxnSpPr>
          <p:cNvPr id="563" name="Google Shape;563;p8"/>
          <p:cNvCxnSpPr/>
          <p:nvPr/>
        </p:nvCxnSpPr>
        <p:spPr>
          <a:xfrm>
            <a:off x="5669280" y="2606040"/>
            <a:ext cx="182880" cy="0"/>
          </a:xfrm>
          <a:prstGeom prst="straightConnector1">
            <a:avLst/>
          </a:prstGeom>
          <a:noFill/>
          <a:ln cap="flat" cmpd="sng" w="12700">
            <a:solidFill>
              <a:srgbClr val="0A0A0A"/>
            </a:solidFill>
            <a:prstDash val="solid"/>
            <a:round/>
            <a:headEnd len="sm" w="sm" type="none"/>
            <a:tailEnd len="sm" w="sm" type="none"/>
          </a:ln>
        </p:spPr>
      </p:cxnSp>
      <p:cxnSp>
        <p:nvCxnSpPr>
          <p:cNvPr id="564" name="Google Shape;564;p8"/>
          <p:cNvCxnSpPr/>
          <p:nvPr/>
        </p:nvCxnSpPr>
        <p:spPr>
          <a:xfrm>
            <a:off x="5852160" y="2606040"/>
            <a:ext cx="0" cy="182880"/>
          </a:xfrm>
          <a:prstGeom prst="straightConnector1">
            <a:avLst/>
          </a:prstGeom>
          <a:noFill/>
          <a:ln cap="flat" cmpd="sng" w="12700">
            <a:solidFill>
              <a:srgbClr val="0A0A0A"/>
            </a:solidFill>
            <a:prstDash val="solid"/>
            <a:round/>
            <a:headEnd len="sm" w="sm" type="none"/>
            <a:tailEnd len="sm" w="sm" type="none"/>
          </a:ln>
        </p:spPr>
      </p:cxnSp>
      <p:cxnSp>
        <p:nvCxnSpPr>
          <p:cNvPr id="565" name="Google Shape;565;p8"/>
          <p:cNvCxnSpPr/>
          <p:nvPr/>
        </p:nvCxnSpPr>
        <p:spPr>
          <a:xfrm>
            <a:off x="365760" y="6537960"/>
            <a:ext cx="0" cy="182880"/>
          </a:xfrm>
          <a:prstGeom prst="straightConnector1">
            <a:avLst/>
          </a:prstGeom>
          <a:noFill/>
          <a:ln cap="flat" cmpd="sng" w="12700">
            <a:solidFill>
              <a:srgbClr val="0A0A0A"/>
            </a:solidFill>
            <a:prstDash val="solid"/>
            <a:round/>
            <a:headEnd len="sm" w="sm" type="none"/>
            <a:tailEnd len="sm" w="sm" type="none"/>
          </a:ln>
        </p:spPr>
      </p:cxnSp>
      <p:cxnSp>
        <p:nvCxnSpPr>
          <p:cNvPr id="566" name="Google Shape;566;p8"/>
          <p:cNvCxnSpPr/>
          <p:nvPr/>
        </p:nvCxnSpPr>
        <p:spPr>
          <a:xfrm>
            <a:off x="365760" y="6720840"/>
            <a:ext cx="182880" cy="0"/>
          </a:xfrm>
          <a:prstGeom prst="straightConnector1">
            <a:avLst/>
          </a:prstGeom>
          <a:noFill/>
          <a:ln cap="flat" cmpd="sng" w="12700">
            <a:solidFill>
              <a:srgbClr val="0A0A0A"/>
            </a:solidFill>
            <a:prstDash val="solid"/>
            <a:round/>
            <a:headEnd len="sm" w="sm" type="none"/>
            <a:tailEnd len="sm" w="sm" type="none"/>
          </a:ln>
        </p:spPr>
      </p:cxnSp>
      <p:cxnSp>
        <p:nvCxnSpPr>
          <p:cNvPr id="567" name="Google Shape;567;p8"/>
          <p:cNvCxnSpPr/>
          <p:nvPr/>
        </p:nvCxnSpPr>
        <p:spPr>
          <a:xfrm>
            <a:off x="5669280" y="6720840"/>
            <a:ext cx="182880" cy="0"/>
          </a:xfrm>
          <a:prstGeom prst="straightConnector1">
            <a:avLst/>
          </a:prstGeom>
          <a:noFill/>
          <a:ln cap="flat" cmpd="sng" w="12700">
            <a:solidFill>
              <a:srgbClr val="0A0A0A"/>
            </a:solidFill>
            <a:prstDash val="solid"/>
            <a:round/>
            <a:headEnd len="sm" w="sm" type="none"/>
            <a:tailEnd len="sm" w="sm" type="none"/>
          </a:ln>
        </p:spPr>
      </p:cxnSp>
      <p:cxnSp>
        <p:nvCxnSpPr>
          <p:cNvPr id="568" name="Google Shape;568;p8"/>
          <p:cNvCxnSpPr/>
          <p:nvPr/>
        </p:nvCxnSpPr>
        <p:spPr>
          <a:xfrm>
            <a:off x="5852160" y="6537960"/>
            <a:ext cx="0" cy="182880"/>
          </a:xfrm>
          <a:prstGeom prst="straightConnector1">
            <a:avLst/>
          </a:prstGeom>
          <a:noFill/>
          <a:ln cap="flat" cmpd="sng" w="12700">
            <a:solidFill>
              <a:srgbClr val="0A0A0A"/>
            </a:solidFill>
            <a:prstDash val="solid"/>
            <a:round/>
            <a:headEnd len="sm" w="sm" type="none"/>
            <a:tailEnd len="sm" w="sm" type="none"/>
          </a:ln>
        </p:spPr>
      </p:cxnSp>
      <p:sp>
        <p:nvSpPr>
          <p:cNvPr id="569" name="Google Shape;569;p8"/>
          <p:cNvSpPr/>
          <p:nvPr/>
        </p:nvSpPr>
        <p:spPr>
          <a:xfrm>
            <a:off x="731520" y="2926080"/>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THE REDDIT RESPONSE AGENT</a:t>
            </a:r>
            <a:endParaRPr b="0" i="0" sz="1000" u="none" cap="none" strike="noStrike">
              <a:solidFill>
                <a:schemeClr val="dk1"/>
              </a:solidFill>
              <a:latin typeface="Calibri"/>
              <a:ea typeface="Calibri"/>
              <a:cs typeface="Calibri"/>
              <a:sym typeface="Calibri"/>
            </a:endParaRPr>
          </a:p>
        </p:txBody>
      </p:sp>
      <p:cxnSp>
        <p:nvCxnSpPr>
          <p:cNvPr id="570" name="Google Shape;570;p8"/>
          <p:cNvCxnSpPr/>
          <p:nvPr/>
        </p:nvCxnSpPr>
        <p:spPr>
          <a:xfrm>
            <a:off x="731520" y="3319272"/>
            <a:ext cx="457200" cy="0"/>
          </a:xfrm>
          <a:prstGeom prst="straightConnector1">
            <a:avLst/>
          </a:prstGeom>
          <a:noFill/>
          <a:ln cap="flat" cmpd="sng" w="12700">
            <a:solidFill>
              <a:srgbClr val="333333"/>
            </a:solidFill>
            <a:prstDash val="solid"/>
            <a:round/>
            <a:headEnd len="sm" w="sm" type="none"/>
            <a:tailEnd len="sm" w="sm" type="none"/>
          </a:ln>
        </p:spPr>
      </p:cxnSp>
      <p:sp>
        <p:nvSpPr>
          <p:cNvPr id="571" name="Google Shape;571;p8"/>
          <p:cNvSpPr/>
          <p:nvPr/>
        </p:nvSpPr>
        <p:spPr>
          <a:xfrm>
            <a:off x="731520" y="3474720"/>
            <a:ext cx="48463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Black"/>
              <a:buNone/>
            </a:pPr>
            <a:r>
              <a:rPr b="1" i="0" lang="en-US" sz="2000" u="none" cap="none" strike="noStrike">
                <a:solidFill>
                  <a:srgbClr val="000000"/>
                </a:solidFill>
                <a:latin typeface="Arial Black"/>
                <a:ea typeface="Arial Black"/>
                <a:cs typeface="Arial Black"/>
                <a:sym typeface="Arial Black"/>
              </a:rPr>
              <a:t>Drafted by an agent.  Vetted by humans.</a:t>
            </a:r>
            <a:endParaRPr b="0" i="0" sz="2000" u="none" cap="none" strike="noStrike">
              <a:solidFill>
                <a:schemeClr val="dk1"/>
              </a:solidFill>
              <a:latin typeface="Calibri"/>
              <a:ea typeface="Calibri"/>
              <a:cs typeface="Calibri"/>
              <a:sym typeface="Calibri"/>
            </a:endParaRPr>
          </a:p>
        </p:txBody>
      </p:sp>
      <p:sp>
        <p:nvSpPr>
          <p:cNvPr id="572" name="Google Shape;572;p8"/>
          <p:cNvSpPr/>
          <p:nvPr/>
        </p:nvSpPr>
        <p:spPr>
          <a:xfrm>
            <a:off x="731520" y="4251960"/>
            <a:ext cx="1691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300"/>
              <a:buFont typeface="Arial Black"/>
              <a:buNone/>
            </a:pPr>
            <a:r>
              <a:rPr b="1" i="0" lang="en-US" sz="1300" u="none" cap="none" strike="noStrike">
                <a:solidFill>
                  <a:srgbClr val="5B21B6"/>
                </a:solidFill>
                <a:latin typeface="Arial Black"/>
                <a:ea typeface="Arial Black"/>
                <a:cs typeface="Arial Black"/>
                <a:sym typeface="Arial Black"/>
              </a:rPr>
              <a:t>Listens</a:t>
            </a:r>
            <a:endParaRPr b="0" i="0" sz="1300" u="none" cap="none" strike="noStrike">
              <a:solidFill>
                <a:schemeClr val="dk1"/>
              </a:solidFill>
              <a:latin typeface="Calibri"/>
              <a:ea typeface="Calibri"/>
              <a:cs typeface="Calibri"/>
              <a:sym typeface="Calibri"/>
            </a:endParaRPr>
          </a:p>
        </p:txBody>
      </p:sp>
      <p:sp>
        <p:nvSpPr>
          <p:cNvPr id="573" name="Google Shape;573;p8"/>
          <p:cNvSpPr/>
          <p:nvPr/>
        </p:nvSpPr>
        <p:spPr>
          <a:xfrm>
            <a:off x="731520" y="4526280"/>
            <a:ext cx="4846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US" sz="1100" u="none" cap="none" strike="noStrike">
                <a:solidFill>
                  <a:srgbClr val="374151"/>
                </a:solidFill>
                <a:latin typeface="Arial"/>
                <a:ea typeface="Arial"/>
                <a:cs typeface="Arial"/>
                <a:sym typeface="Arial"/>
              </a:rPr>
              <a:t>Reads posts in r/systemsengineering, r/MBSE, r/aerospace, r/embedded, r/AutonomousVehicles.</a:t>
            </a:r>
            <a:endParaRPr b="0" i="0" sz="1100" u="none" cap="none" strike="noStrike">
              <a:solidFill>
                <a:schemeClr val="dk1"/>
              </a:solidFill>
              <a:latin typeface="Calibri"/>
              <a:ea typeface="Calibri"/>
              <a:cs typeface="Calibri"/>
              <a:sym typeface="Calibri"/>
            </a:endParaRPr>
          </a:p>
        </p:txBody>
      </p:sp>
      <p:sp>
        <p:nvSpPr>
          <p:cNvPr id="574" name="Google Shape;574;p8"/>
          <p:cNvSpPr/>
          <p:nvPr/>
        </p:nvSpPr>
        <p:spPr>
          <a:xfrm>
            <a:off x="731520" y="4846320"/>
            <a:ext cx="1691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300"/>
              <a:buFont typeface="Arial Black"/>
              <a:buNone/>
            </a:pPr>
            <a:r>
              <a:rPr b="1" i="0" lang="en-US" sz="1300" u="none" cap="none" strike="noStrike">
                <a:solidFill>
                  <a:srgbClr val="5B21B6"/>
                </a:solidFill>
                <a:latin typeface="Arial Black"/>
                <a:ea typeface="Arial Black"/>
                <a:cs typeface="Arial Black"/>
                <a:sym typeface="Arial Black"/>
              </a:rPr>
              <a:t>Drafts</a:t>
            </a:r>
            <a:endParaRPr b="0" i="0" sz="1300" u="none" cap="none" strike="noStrike">
              <a:solidFill>
                <a:schemeClr val="dk1"/>
              </a:solidFill>
              <a:latin typeface="Calibri"/>
              <a:ea typeface="Calibri"/>
              <a:cs typeface="Calibri"/>
              <a:sym typeface="Calibri"/>
            </a:endParaRPr>
          </a:p>
        </p:txBody>
      </p:sp>
      <p:sp>
        <p:nvSpPr>
          <p:cNvPr id="575" name="Google Shape;575;p8"/>
          <p:cNvSpPr/>
          <p:nvPr/>
        </p:nvSpPr>
        <p:spPr>
          <a:xfrm>
            <a:off x="731520" y="5120640"/>
            <a:ext cx="4846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US" sz="1100" u="none" cap="none" strike="noStrike">
                <a:solidFill>
                  <a:srgbClr val="374151"/>
                </a:solidFill>
                <a:latin typeface="Arial"/>
                <a:ea typeface="Arial"/>
                <a:cs typeface="Arial"/>
                <a:sym typeface="Arial"/>
              </a:rPr>
              <a:t>Replies in the engineer's own language; offers 1–2 concrete, vendor-neutral tips rooted in SE practice.</a:t>
            </a:r>
            <a:endParaRPr b="0" i="0" sz="1100" u="none" cap="none" strike="noStrike">
              <a:solidFill>
                <a:schemeClr val="dk1"/>
              </a:solidFill>
              <a:latin typeface="Calibri"/>
              <a:ea typeface="Calibri"/>
              <a:cs typeface="Calibri"/>
              <a:sym typeface="Calibri"/>
            </a:endParaRPr>
          </a:p>
        </p:txBody>
      </p:sp>
      <p:sp>
        <p:nvSpPr>
          <p:cNvPr id="576" name="Google Shape;576;p8"/>
          <p:cNvSpPr/>
          <p:nvPr/>
        </p:nvSpPr>
        <p:spPr>
          <a:xfrm>
            <a:off x="731520" y="5440680"/>
            <a:ext cx="1691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300"/>
              <a:buFont typeface="Arial Black"/>
              <a:buNone/>
            </a:pPr>
            <a:r>
              <a:rPr b="1" i="0" lang="en-US" sz="1300" u="none" cap="none" strike="noStrike">
                <a:solidFill>
                  <a:srgbClr val="5B21B6"/>
                </a:solidFill>
                <a:latin typeface="Arial Black"/>
                <a:ea typeface="Arial Black"/>
                <a:cs typeface="Arial Black"/>
                <a:sym typeface="Arial Black"/>
              </a:rPr>
              <a:t>Soft-links</a:t>
            </a:r>
            <a:endParaRPr b="0" i="0" sz="1300" u="none" cap="none" strike="noStrike">
              <a:solidFill>
                <a:schemeClr val="dk1"/>
              </a:solidFill>
              <a:latin typeface="Calibri"/>
              <a:ea typeface="Calibri"/>
              <a:cs typeface="Calibri"/>
              <a:sym typeface="Calibri"/>
            </a:endParaRPr>
          </a:p>
        </p:txBody>
      </p:sp>
      <p:sp>
        <p:nvSpPr>
          <p:cNvPr id="577" name="Google Shape;577;p8"/>
          <p:cNvSpPr/>
          <p:nvPr/>
        </p:nvSpPr>
        <p:spPr>
          <a:xfrm>
            <a:off x="731520" y="5715000"/>
            <a:ext cx="4846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US" sz="1100" u="none" cap="none" strike="noStrike">
                <a:solidFill>
                  <a:srgbClr val="374151"/>
                </a:solidFill>
                <a:latin typeface="Arial"/>
                <a:ea typeface="Arial"/>
                <a:cs typeface="Arial"/>
                <a:sym typeface="Arial"/>
              </a:rPr>
              <a:t>Points to a deeper Trace.Space blog or LinkedIn breakdown — only when it adds value.</a:t>
            </a:r>
            <a:endParaRPr b="0" i="0" sz="1100" u="none" cap="none" strike="noStrike">
              <a:solidFill>
                <a:schemeClr val="dk1"/>
              </a:solidFill>
              <a:latin typeface="Calibri"/>
              <a:ea typeface="Calibri"/>
              <a:cs typeface="Calibri"/>
              <a:sym typeface="Calibri"/>
            </a:endParaRPr>
          </a:p>
        </p:txBody>
      </p:sp>
      <p:sp>
        <p:nvSpPr>
          <p:cNvPr id="578" name="Google Shape;578;p8"/>
          <p:cNvSpPr/>
          <p:nvPr/>
        </p:nvSpPr>
        <p:spPr>
          <a:xfrm>
            <a:off x="731520" y="6035040"/>
            <a:ext cx="1691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300"/>
              <a:buFont typeface="Arial Black"/>
              <a:buNone/>
            </a:pPr>
            <a:r>
              <a:rPr b="1" i="0" lang="en-US" sz="1300" u="none" cap="none" strike="noStrike">
                <a:solidFill>
                  <a:srgbClr val="5B21B6"/>
                </a:solidFill>
                <a:latin typeface="Arial Black"/>
                <a:ea typeface="Arial Black"/>
                <a:cs typeface="Arial Black"/>
                <a:sym typeface="Arial Black"/>
              </a:rPr>
              <a:t>Human-vetted</a:t>
            </a:r>
            <a:endParaRPr b="0" i="0" sz="1300" u="none" cap="none" strike="noStrike">
              <a:solidFill>
                <a:schemeClr val="dk1"/>
              </a:solidFill>
              <a:latin typeface="Calibri"/>
              <a:ea typeface="Calibri"/>
              <a:cs typeface="Calibri"/>
              <a:sym typeface="Calibri"/>
            </a:endParaRPr>
          </a:p>
        </p:txBody>
      </p:sp>
      <p:sp>
        <p:nvSpPr>
          <p:cNvPr id="579" name="Google Shape;579;p8"/>
          <p:cNvSpPr/>
          <p:nvPr/>
        </p:nvSpPr>
        <p:spPr>
          <a:xfrm>
            <a:off x="731520" y="6309360"/>
            <a:ext cx="4846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US" sz="1100" u="none" cap="none" strike="noStrike">
                <a:solidFill>
                  <a:srgbClr val="374151"/>
                </a:solidFill>
                <a:latin typeface="Arial"/>
                <a:ea typeface="Arial"/>
                <a:cs typeface="Arial"/>
                <a:sym typeface="Arial"/>
              </a:rPr>
              <a:t>Every reply reviewed and edited by Trace.Space humans before posting. No auto-posting. No spam.</a:t>
            </a:r>
            <a:endParaRPr b="0" i="0" sz="1100" u="none" cap="none" strike="noStrike">
              <a:solidFill>
                <a:schemeClr val="dk1"/>
              </a:solidFill>
              <a:latin typeface="Calibri"/>
              <a:ea typeface="Calibri"/>
              <a:cs typeface="Calibri"/>
              <a:sym typeface="Calibri"/>
            </a:endParaRPr>
          </a:p>
        </p:txBody>
      </p:sp>
      <p:sp>
        <p:nvSpPr>
          <p:cNvPr id="580" name="Google Shape;580;p8"/>
          <p:cNvSpPr/>
          <p:nvPr/>
        </p:nvSpPr>
        <p:spPr>
          <a:xfrm>
            <a:off x="6080760" y="2313432"/>
            <a:ext cx="57424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900"/>
              <a:buFont typeface="Courier New"/>
              <a:buNone/>
            </a:pPr>
            <a:r>
              <a:rPr b="1" i="0" lang="en-US" sz="900" u="none" cap="none" strike="noStrike">
                <a:solidFill>
                  <a:srgbClr val="5B21B6"/>
                </a:solidFill>
                <a:latin typeface="Courier New"/>
                <a:ea typeface="Courier New"/>
                <a:cs typeface="Courier New"/>
                <a:sym typeface="Courier New"/>
              </a:rPr>
              <a:t>MOCKED REDDIT THREAD  ·  EXAMPLE REPLY</a:t>
            </a:r>
            <a:endParaRPr b="0" i="0" sz="900" u="none" cap="none" strike="noStrike">
              <a:solidFill>
                <a:schemeClr val="dk1"/>
              </a:solidFill>
              <a:latin typeface="Calibri"/>
              <a:ea typeface="Calibri"/>
              <a:cs typeface="Calibri"/>
              <a:sym typeface="Calibri"/>
            </a:endParaRPr>
          </a:p>
        </p:txBody>
      </p:sp>
      <p:cxnSp>
        <p:nvCxnSpPr>
          <p:cNvPr id="581" name="Google Shape;581;p8"/>
          <p:cNvCxnSpPr/>
          <p:nvPr/>
        </p:nvCxnSpPr>
        <p:spPr>
          <a:xfrm>
            <a:off x="6080760" y="2606040"/>
            <a:ext cx="5742432" cy="0"/>
          </a:xfrm>
          <a:prstGeom prst="straightConnector1">
            <a:avLst/>
          </a:prstGeom>
          <a:noFill/>
          <a:ln cap="flat" cmpd="sng" w="9525">
            <a:solidFill>
              <a:srgbClr val="D1D5DB"/>
            </a:solidFill>
            <a:prstDash val="solid"/>
            <a:round/>
            <a:headEnd len="sm" w="sm" type="none"/>
            <a:tailEnd len="sm" w="sm" type="none"/>
          </a:ln>
        </p:spPr>
      </p:cxnSp>
      <p:cxnSp>
        <p:nvCxnSpPr>
          <p:cNvPr id="582" name="Google Shape;582;p8"/>
          <p:cNvCxnSpPr/>
          <p:nvPr/>
        </p:nvCxnSpPr>
        <p:spPr>
          <a:xfrm>
            <a:off x="6080760" y="6830568"/>
            <a:ext cx="5742432" cy="0"/>
          </a:xfrm>
          <a:prstGeom prst="straightConnector1">
            <a:avLst/>
          </a:prstGeom>
          <a:noFill/>
          <a:ln cap="flat" cmpd="sng" w="9525">
            <a:solidFill>
              <a:srgbClr val="D1D5DB"/>
            </a:solidFill>
            <a:prstDash val="solid"/>
            <a:round/>
            <a:headEnd len="sm" w="sm" type="none"/>
            <a:tailEnd len="sm" w="sm" type="none"/>
          </a:ln>
        </p:spPr>
      </p:cxnSp>
      <p:cxnSp>
        <p:nvCxnSpPr>
          <p:cNvPr id="583" name="Google Shape;583;p8"/>
          <p:cNvCxnSpPr/>
          <p:nvPr/>
        </p:nvCxnSpPr>
        <p:spPr>
          <a:xfrm>
            <a:off x="6080760" y="2606040"/>
            <a:ext cx="0" cy="4224528"/>
          </a:xfrm>
          <a:prstGeom prst="straightConnector1">
            <a:avLst/>
          </a:prstGeom>
          <a:noFill/>
          <a:ln cap="flat" cmpd="sng" w="9525">
            <a:solidFill>
              <a:srgbClr val="D1D5DB"/>
            </a:solidFill>
            <a:prstDash val="solid"/>
            <a:round/>
            <a:headEnd len="sm" w="sm" type="none"/>
            <a:tailEnd len="sm" w="sm" type="none"/>
          </a:ln>
        </p:spPr>
      </p:cxnSp>
      <p:cxnSp>
        <p:nvCxnSpPr>
          <p:cNvPr id="584" name="Google Shape;584;p8"/>
          <p:cNvCxnSpPr/>
          <p:nvPr/>
        </p:nvCxnSpPr>
        <p:spPr>
          <a:xfrm>
            <a:off x="11823192" y="2606040"/>
            <a:ext cx="0" cy="4224528"/>
          </a:xfrm>
          <a:prstGeom prst="straightConnector1">
            <a:avLst/>
          </a:prstGeom>
          <a:noFill/>
          <a:ln cap="flat" cmpd="sng" w="9525">
            <a:solidFill>
              <a:srgbClr val="D1D5DB"/>
            </a:solidFill>
            <a:prstDash val="solid"/>
            <a:round/>
            <a:headEnd len="sm" w="sm" type="none"/>
            <a:tailEnd len="sm" w="sm" type="none"/>
          </a:ln>
        </p:spPr>
      </p:cxnSp>
      <p:cxnSp>
        <p:nvCxnSpPr>
          <p:cNvPr id="585" name="Google Shape;585;p8"/>
          <p:cNvCxnSpPr/>
          <p:nvPr/>
        </p:nvCxnSpPr>
        <p:spPr>
          <a:xfrm>
            <a:off x="6080760" y="2606040"/>
            <a:ext cx="182880" cy="0"/>
          </a:xfrm>
          <a:prstGeom prst="straightConnector1">
            <a:avLst/>
          </a:prstGeom>
          <a:noFill/>
          <a:ln cap="flat" cmpd="sng" w="12700">
            <a:solidFill>
              <a:srgbClr val="0A0A0A"/>
            </a:solidFill>
            <a:prstDash val="solid"/>
            <a:round/>
            <a:headEnd len="sm" w="sm" type="none"/>
            <a:tailEnd len="sm" w="sm" type="none"/>
          </a:ln>
        </p:spPr>
      </p:cxnSp>
      <p:cxnSp>
        <p:nvCxnSpPr>
          <p:cNvPr id="586" name="Google Shape;586;p8"/>
          <p:cNvCxnSpPr/>
          <p:nvPr/>
        </p:nvCxnSpPr>
        <p:spPr>
          <a:xfrm>
            <a:off x="6080760" y="2606040"/>
            <a:ext cx="0" cy="182880"/>
          </a:xfrm>
          <a:prstGeom prst="straightConnector1">
            <a:avLst/>
          </a:prstGeom>
          <a:noFill/>
          <a:ln cap="flat" cmpd="sng" w="12700">
            <a:solidFill>
              <a:srgbClr val="0A0A0A"/>
            </a:solidFill>
            <a:prstDash val="solid"/>
            <a:round/>
            <a:headEnd len="sm" w="sm" type="none"/>
            <a:tailEnd len="sm" w="sm" type="none"/>
          </a:ln>
        </p:spPr>
      </p:cxnSp>
      <p:cxnSp>
        <p:nvCxnSpPr>
          <p:cNvPr id="587" name="Google Shape;587;p8"/>
          <p:cNvCxnSpPr/>
          <p:nvPr/>
        </p:nvCxnSpPr>
        <p:spPr>
          <a:xfrm>
            <a:off x="11640312" y="2606040"/>
            <a:ext cx="182880" cy="0"/>
          </a:xfrm>
          <a:prstGeom prst="straightConnector1">
            <a:avLst/>
          </a:prstGeom>
          <a:noFill/>
          <a:ln cap="flat" cmpd="sng" w="12700">
            <a:solidFill>
              <a:srgbClr val="0A0A0A"/>
            </a:solidFill>
            <a:prstDash val="solid"/>
            <a:round/>
            <a:headEnd len="sm" w="sm" type="none"/>
            <a:tailEnd len="sm" w="sm" type="none"/>
          </a:ln>
        </p:spPr>
      </p:cxnSp>
      <p:cxnSp>
        <p:nvCxnSpPr>
          <p:cNvPr id="588" name="Google Shape;588;p8"/>
          <p:cNvCxnSpPr/>
          <p:nvPr/>
        </p:nvCxnSpPr>
        <p:spPr>
          <a:xfrm>
            <a:off x="11823192" y="2606040"/>
            <a:ext cx="0" cy="182880"/>
          </a:xfrm>
          <a:prstGeom prst="straightConnector1">
            <a:avLst/>
          </a:prstGeom>
          <a:noFill/>
          <a:ln cap="flat" cmpd="sng" w="12700">
            <a:solidFill>
              <a:srgbClr val="0A0A0A"/>
            </a:solidFill>
            <a:prstDash val="solid"/>
            <a:round/>
            <a:headEnd len="sm" w="sm" type="none"/>
            <a:tailEnd len="sm" w="sm" type="none"/>
          </a:ln>
        </p:spPr>
      </p:cxnSp>
      <p:cxnSp>
        <p:nvCxnSpPr>
          <p:cNvPr id="589" name="Google Shape;589;p8"/>
          <p:cNvCxnSpPr/>
          <p:nvPr/>
        </p:nvCxnSpPr>
        <p:spPr>
          <a:xfrm>
            <a:off x="6080760" y="6647688"/>
            <a:ext cx="0" cy="182880"/>
          </a:xfrm>
          <a:prstGeom prst="straightConnector1">
            <a:avLst/>
          </a:prstGeom>
          <a:noFill/>
          <a:ln cap="flat" cmpd="sng" w="12700">
            <a:solidFill>
              <a:srgbClr val="0A0A0A"/>
            </a:solidFill>
            <a:prstDash val="solid"/>
            <a:round/>
            <a:headEnd len="sm" w="sm" type="none"/>
            <a:tailEnd len="sm" w="sm" type="none"/>
          </a:ln>
        </p:spPr>
      </p:cxnSp>
      <p:cxnSp>
        <p:nvCxnSpPr>
          <p:cNvPr id="590" name="Google Shape;590;p8"/>
          <p:cNvCxnSpPr/>
          <p:nvPr/>
        </p:nvCxnSpPr>
        <p:spPr>
          <a:xfrm>
            <a:off x="6080760" y="6830568"/>
            <a:ext cx="182880" cy="0"/>
          </a:xfrm>
          <a:prstGeom prst="straightConnector1">
            <a:avLst/>
          </a:prstGeom>
          <a:noFill/>
          <a:ln cap="flat" cmpd="sng" w="12700">
            <a:solidFill>
              <a:srgbClr val="0A0A0A"/>
            </a:solidFill>
            <a:prstDash val="solid"/>
            <a:round/>
            <a:headEnd len="sm" w="sm" type="none"/>
            <a:tailEnd len="sm" w="sm" type="none"/>
          </a:ln>
        </p:spPr>
      </p:cxnSp>
      <p:cxnSp>
        <p:nvCxnSpPr>
          <p:cNvPr id="591" name="Google Shape;591;p8"/>
          <p:cNvCxnSpPr/>
          <p:nvPr/>
        </p:nvCxnSpPr>
        <p:spPr>
          <a:xfrm>
            <a:off x="11640312" y="6830568"/>
            <a:ext cx="182880" cy="0"/>
          </a:xfrm>
          <a:prstGeom prst="straightConnector1">
            <a:avLst/>
          </a:prstGeom>
          <a:noFill/>
          <a:ln cap="flat" cmpd="sng" w="12700">
            <a:solidFill>
              <a:srgbClr val="0A0A0A"/>
            </a:solidFill>
            <a:prstDash val="solid"/>
            <a:round/>
            <a:headEnd len="sm" w="sm" type="none"/>
            <a:tailEnd len="sm" w="sm" type="none"/>
          </a:ln>
        </p:spPr>
      </p:cxnSp>
      <p:cxnSp>
        <p:nvCxnSpPr>
          <p:cNvPr id="592" name="Google Shape;592;p8"/>
          <p:cNvCxnSpPr/>
          <p:nvPr/>
        </p:nvCxnSpPr>
        <p:spPr>
          <a:xfrm>
            <a:off x="11823192" y="6647688"/>
            <a:ext cx="0" cy="182880"/>
          </a:xfrm>
          <a:prstGeom prst="straightConnector1">
            <a:avLst/>
          </a:prstGeom>
          <a:noFill/>
          <a:ln cap="flat" cmpd="sng" w="12700">
            <a:solidFill>
              <a:srgbClr val="0A0A0A"/>
            </a:solidFill>
            <a:prstDash val="solid"/>
            <a:round/>
            <a:headEnd len="sm" w="sm" type="none"/>
            <a:tailEnd len="sm" w="sm" type="none"/>
          </a:ln>
        </p:spPr>
      </p:cxnSp>
      <p:sp>
        <p:nvSpPr>
          <p:cNvPr id="593" name="Google Shape;593;p8"/>
          <p:cNvSpPr/>
          <p:nvPr/>
        </p:nvSpPr>
        <p:spPr>
          <a:xfrm>
            <a:off x="6309360" y="2788920"/>
            <a:ext cx="52852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200"/>
              <a:buFont typeface="Courier New"/>
              <a:buNone/>
            </a:pPr>
            <a:r>
              <a:rPr b="1" i="0" lang="en-US" sz="1200" u="none" cap="none" strike="noStrike">
                <a:solidFill>
                  <a:srgbClr val="C2410C"/>
                </a:solidFill>
                <a:latin typeface="Courier New"/>
                <a:ea typeface="Courier New"/>
                <a:cs typeface="Courier New"/>
                <a:sym typeface="Courier New"/>
              </a:rPr>
              <a:t>r/systemsengineering</a:t>
            </a:r>
            <a:endParaRPr b="0" i="0" sz="1200" u="none" cap="none" strike="noStrike">
              <a:solidFill>
                <a:schemeClr val="dk1"/>
              </a:solidFill>
              <a:latin typeface="Calibri"/>
              <a:ea typeface="Calibri"/>
              <a:cs typeface="Calibri"/>
              <a:sym typeface="Calibri"/>
            </a:endParaRPr>
          </a:p>
        </p:txBody>
      </p:sp>
      <p:cxnSp>
        <p:nvCxnSpPr>
          <p:cNvPr id="594" name="Google Shape;594;p8"/>
          <p:cNvCxnSpPr/>
          <p:nvPr/>
        </p:nvCxnSpPr>
        <p:spPr>
          <a:xfrm>
            <a:off x="6309360" y="3172968"/>
            <a:ext cx="5285232" cy="0"/>
          </a:xfrm>
          <a:prstGeom prst="straightConnector1">
            <a:avLst/>
          </a:prstGeom>
          <a:noFill/>
          <a:ln cap="flat" cmpd="sng" w="12700">
            <a:solidFill>
              <a:srgbClr val="333333"/>
            </a:solidFill>
            <a:prstDash val="solid"/>
            <a:round/>
            <a:headEnd len="sm" w="sm" type="none"/>
            <a:tailEnd len="sm" w="sm" type="none"/>
          </a:ln>
        </p:spPr>
      </p:cxnSp>
      <p:sp>
        <p:nvSpPr>
          <p:cNvPr id="595" name="Google Shape;595;p8"/>
          <p:cNvSpPr/>
          <p:nvPr/>
        </p:nvSpPr>
        <p:spPr>
          <a:xfrm>
            <a:off x="6309360" y="3264408"/>
            <a:ext cx="5285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ourier New"/>
              <a:buNone/>
            </a:pPr>
            <a:r>
              <a:rPr b="0" i="0" lang="en-US" sz="1000" u="none" cap="none" strike="noStrike">
                <a:solidFill>
                  <a:srgbClr val="6B7280"/>
                </a:solidFill>
                <a:latin typeface="Courier New"/>
                <a:ea typeface="Courier New"/>
                <a:cs typeface="Courier New"/>
                <a:sym typeface="Courier New"/>
              </a:rPr>
              <a:t>u/orbit_eng_77   6h</a:t>
            </a:r>
            <a:endParaRPr b="0" i="0" sz="1000" u="none" cap="none" strike="noStrike">
              <a:solidFill>
                <a:schemeClr val="dk1"/>
              </a:solidFill>
              <a:latin typeface="Calibri"/>
              <a:ea typeface="Calibri"/>
              <a:cs typeface="Calibri"/>
              <a:sym typeface="Calibri"/>
            </a:endParaRPr>
          </a:p>
        </p:txBody>
      </p:sp>
      <p:sp>
        <p:nvSpPr>
          <p:cNvPr id="596" name="Google Shape;596;p8"/>
          <p:cNvSpPr/>
          <p:nvPr/>
        </p:nvSpPr>
        <p:spPr>
          <a:xfrm>
            <a:off x="6309360" y="3520440"/>
            <a:ext cx="528523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Arial Black"/>
              <a:buNone/>
            </a:pPr>
            <a:r>
              <a:rPr b="1" i="0" lang="en-US" sz="1400" u="none" cap="none" strike="noStrike">
                <a:solidFill>
                  <a:srgbClr val="000000"/>
                </a:solidFill>
                <a:latin typeface="Arial Black"/>
                <a:ea typeface="Arial Black"/>
                <a:cs typeface="Arial Black"/>
                <a:sym typeface="Arial Black"/>
              </a:rPr>
              <a:t>How are you handling change impact when DOORS modules are split across teams?</a:t>
            </a:r>
            <a:endParaRPr b="0" i="0" sz="1400" u="none" cap="none" strike="noStrike">
              <a:solidFill>
                <a:schemeClr val="dk1"/>
              </a:solidFill>
              <a:latin typeface="Calibri"/>
              <a:ea typeface="Calibri"/>
              <a:cs typeface="Calibri"/>
              <a:sym typeface="Calibri"/>
            </a:endParaRPr>
          </a:p>
        </p:txBody>
      </p:sp>
      <p:sp>
        <p:nvSpPr>
          <p:cNvPr id="597" name="Google Shape;597;p8"/>
          <p:cNvSpPr/>
          <p:nvPr/>
        </p:nvSpPr>
        <p:spPr>
          <a:xfrm>
            <a:off x="6309360" y="4114800"/>
            <a:ext cx="528523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1" lang="en-US" sz="1100" u="none" cap="none" strike="noStrike">
                <a:solidFill>
                  <a:srgbClr val="374151"/>
                </a:solidFill>
                <a:latin typeface="Arial"/>
                <a:ea typeface="Arial"/>
                <a:cs typeface="Arial"/>
                <a:sym typeface="Arial"/>
              </a:rPr>
              <a:t>"We just got a v17 spec drop and our coverage view is stale across three modules. The PM wants impact in 24h. How are you not losing your minds?"</a:t>
            </a:r>
            <a:endParaRPr b="0" i="0" sz="1100" u="none" cap="none" strike="noStrike">
              <a:solidFill>
                <a:schemeClr val="dk1"/>
              </a:solidFill>
              <a:latin typeface="Calibri"/>
              <a:ea typeface="Calibri"/>
              <a:cs typeface="Calibri"/>
              <a:sym typeface="Calibri"/>
            </a:endParaRPr>
          </a:p>
        </p:txBody>
      </p:sp>
      <p:sp>
        <p:nvSpPr>
          <p:cNvPr id="598" name="Google Shape;598;p8"/>
          <p:cNvSpPr/>
          <p:nvPr/>
        </p:nvSpPr>
        <p:spPr>
          <a:xfrm>
            <a:off x="6309360" y="4754880"/>
            <a:ext cx="52852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ourier New"/>
              <a:buNone/>
            </a:pPr>
            <a:r>
              <a:rPr b="0" i="0" lang="en-US" sz="1000" u="none" cap="none" strike="noStrike">
                <a:solidFill>
                  <a:srgbClr val="6B7280"/>
                </a:solidFill>
                <a:latin typeface="Courier New"/>
                <a:ea typeface="Courier New"/>
                <a:cs typeface="Courier New"/>
                <a:sym typeface="Courier New"/>
              </a:rPr>
              <a:t>▲ 142     37 comments     saved by 23</a:t>
            </a:r>
            <a:endParaRPr b="0" i="0" sz="1000" u="none" cap="none" strike="noStrike">
              <a:solidFill>
                <a:schemeClr val="dk1"/>
              </a:solidFill>
              <a:latin typeface="Calibri"/>
              <a:ea typeface="Calibri"/>
              <a:cs typeface="Calibri"/>
              <a:sym typeface="Calibri"/>
            </a:endParaRPr>
          </a:p>
        </p:txBody>
      </p:sp>
      <p:cxnSp>
        <p:nvCxnSpPr>
          <p:cNvPr id="599" name="Google Shape;599;p8"/>
          <p:cNvCxnSpPr/>
          <p:nvPr/>
        </p:nvCxnSpPr>
        <p:spPr>
          <a:xfrm>
            <a:off x="6309360" y="5074920"/>
            <a:ext cx="5285232" cy="0"/>
          </a:xfrm>
          <a:prstGeom prst="straightConnector1">
            <a:avLst/>
          </a:prstGeom>
          <a:noFill/>
          <a:ln cap="flat" cmpd="sng" w="9525">
            <a:solidFill>
              <a:srgbClr val="D1D5DB"/>
            </a:solidFill>
            <a:prstDash val="solid"/>
            <a:round/>
            <a:headEnd len="sm" w="sm" type="none"/>
            <a:tailEnd len="sm" w="sm" type="none"/>
          </a:ln>
        </p:spPr>
      </p:cxnSp>
      <p:cxnSp>
        <p:nvCxnSpPr>
          <p:cNvPr id="600" name="Google Shape;600;p8"/>
          <p:cNvCxnSpPr/>
          <p:nvPr/>
        </p:nvCxnSpPr>
        <p:spPr>
          <a:xfrm>
            <a:off x="6263640" y="5212080"/>
            <a:ext cx="5376672" cy="0"/>
          </a:xfrm>
          <a:prstGeom prst="straightConnector1">
            <a:avLst/>
          </a:prstGeom>
          <a:noFill/>
          <a:ln cap="flat" cmpd="sng" w="9525">
            <a:solidFill>
              <a:srgbClr val="5B21B6"/>
            </a:solidFill>
            <a:prstDash val="solid"/>
            <a:round/>
            <a:headEnd len="sm" w="sm" type="none"/>
            <a:tailEnd len="sm" w="sm" type="none"/>
          </a:ln>
        </p:spPr>
      </p:cxnSp>
      <p:cxnSp>
        <p:nvCxnSpPr>
          <p:cNvPr id="601" name="Google Shape;601;p8"/>
          <p:cNvCxnSpPr/>
          <p:nvPr/>
        </p:nvCxnSpPr>
        <p:spPr>
          <a:xfrm>
            <a:off x="6263640" y="6739128"/>
            <a:ext cx="5376672" cy="0"/>
          </a:xfrm>
          <a:prstGeom prst="straightConnector1">
            <a:avLst/>
          </a:prstGeom>
          <a:noFill/>
          <a:ln cap="flat" cmpd="sng" w="9525">
            <a:solidFill>
              <a:srgbClr val="5B21B6"/>
            </a:solidFill>
            <a:prstDash val="solid"/>
            <a:round/>
            <a:headEnd len="sm" w="sm" type="none"/>
            <a:tailEnd len="sm" w="sm" type="none"/>
          </a:ln>
        </p:spPr>
      </p:cxnSp>
      <p:cxnSp>
        <p:nvCxnSpPr>
          <p:cNvPr id="602" name="Google Shape;602;p8"/>
          <p:cNvCxnSpPr/>
          <p:nvPr/>
        </p:nvCxnSpPr>
        <p:spPr>
          <a:xfrm>
            <a:off x="6263640" y="5212080"/>
            <a:ext cx="0" cy="1527048"/>
          </a:xfrm>
          <a:prstGeom prst="straightConnector1">
            <a:avLst/>
          </a:prstGeom>
          <a:noFill/>
          <a:ln cap="flat" cmpd="sng" w="9525">
            <a:solidFill>
              <a:srgbClr val="5B21B6"/>
            </a:solidFill>
            <a:prstDash val="solid"/>
            <a:round/>
            <a:headEnd len="sm" w="sm" type="none"/>
            <a:tailEnd len="sm" w="sm" type="none"/>
          </a:ln>
        </p:spPr>
      </p:cxnSp>
      <p:cxnSp>
        <p:nvCxnSpPr>
          <p:cNvPr id="603" name="Google Shape;603;p8"/>
          <p:cNvCxnSpPr/>
          <p:nvPr/>
        </p:nvCxnSpPr>
        <p:spPr>
          <a:xfrm>
            <a:off x="11640312" y="5212080"/>
            <a:ext cx="0" cy="1527048"/>
          </a:xfrm>
          <a:prstGeom prst="straightConnector1">
            <a:avLst/>
          </a:prstGeom>
          <a:noFill/>
          <a:ln cap="flat" cmpd="sng" w="9525">
            <a:solidFill>
              <a:srgbClr val="5B21B6"/>
            </a:solidFill>
            <a:prstDash val="solid"/>
            <a:round/>
            <a:headEnd len="sm" w="sm" type="none"/>
            <a:tailEnd len="sm" w="sm" type="none"/>
          </a:ln>
        </p:spPr>
      </p:cxnSp>
      <p:cxnSp>
        <p:nvCxnSpPr>
          <p:cNvPr id="604" name="Google Shape;604;p8"/>
          <p:cNvCxnSpPr/>
          <p:nvPr/>
        </p:nvCxnSpPr>
        <p:spPr>
          <a:xfrm>
            <a:off x="6263640" y="5212080"/>
            <a:ext cx="118872" cy="0"/>
          </a:xfrm>
          <a:prstGeom prst="straightConnector1">
            <a:avLst/>
          </a:prstGeom>
          <a:noFill/>
          <a:ln cap="flat" cmpd="sng" w="12700">
            <a:solidFill>
              <a:srgbClr val="5B21B6"/>
            </a:solidFill>
            <a:prstDash val="solid"/>
            <a:round/>
            <a:headEnd len="sm" w="sm" type="none"/>
            <a:tailEnd len="sm" w="sm" type="none"/>
          </a:ln>
        </p:spPr>
      </p:cxnSp>
      <p:cxnSp>
        <p:nvCxnSpPr>
          <p:cNvPr id="605" name="Google Shape;605;p8"/>
          <p:cNvCxnSpPr/>
          <p:nvPr/>
        </p:nvCxnSpPr>
        <p:spPr>
          <a:xfrm>
            <a:off x="6263640" y="5212080"/>
            <a:ext cx="0" cy="118872"/>
          </a:xfrm>
          <a:prstGeom prst="straightConnector1">
            <a:avLst/>
          </a:prstGeom>
          <a:noFill/>
          <a:ln cap="flat" cmpd="sng" w="12700">
            <a:solidFill>
              <a:srgbClr val="5B21B6"/>
            </a:solidFill>
            <a:prstDash val="solid"/>
            <a:round/>
            <a:headEnd len="sm" w="sm" type="none"/>
            <a:tailEnd len="sm" w="sm" type="none"/>
          </a:ln>
        </p:spPr>
      </p:cxnSp>
      <p:cxnSp>
        <p:nvCxnSpPr>
          <p:cNvPr id="606" name="Google Shape;606;p8"/>
          <p:cNvCxnSpPr/>
          <p:nvPr/>
        </p:nvCxnSpPr>
        <p:spPr>
          <a:xfrm>
            <a:off x="11521440" y="5212080"/>
            <a:ext cx="118872" cy="0"/>
          </a:xfrm>
          <a:prstGeom prst="straightConnector1">
            <a:avLst/>
          </a:prstGeom>
          <a:noFill/>
          <a:ln cap="flat" cmpd="sng" w="12700">
            <a:solidFill>
              <a:srgbClr val="5B21B6"/>
            </a:solidFill>
            <a:prstDash val="solid"/>
            <a:round/>
            <a:headEnd len="sm" w="sm" type="none"/>
            <a:tailEnd len="sm" w="sm" type="none"/>
          </a:ln>
        </p:spPr>
      </p:cxnSp>
      <p:cxnSp>
        <p:nvCxnSpPr>
          <p:cNvPr id="607" name="Google Shape;607;p8"/>
          <p:cNvCxnSpPr/>
          <p:nvPr/>
        </p:nvCxnSpPr>
        <p:spPr>
          <a:xfrm>
            <a:off x="11640312" y="5212080"/>
            <a:ext cx="0" cy="118872"/>
          </a:xfrm>
          <a:prstGeom prst="straightConnector1">
            <a:avLst/>
          </a:prstGeom>
          <a:noFill/>
          <a:ln cap="flat" cmpd="sng" w="12700">
            <a:solidFill>
              <a:srgbClr val="5B21B6"/>
            </a:solidFill>
            <a:prstDash val="solid"/>
            <a:round/>
            <a:headEnd len="sm" w="sm" type="none"/>
            <a:tailEnd len="sm" w="sm" type="none"/>
          </a:ln>
        </p:spPr>
      </p:cxnSp>
      <p:cxnSp>
        <p:nvCxnSpPr>
          <p:cNvPr id="608" name="Google Shape;608;p8"/>
          <p:cNvCxnSpPr/>
          <p:nvPr/>
        </p:nvCxnSpPr>
        <p:spPr>
          <a:xfrm>
            <a:off x="6263640" y="6620256"/>
            <a:ext cx="0" cy="118872"/>
          </a:xfrm>
          <a:prstGeom prst="straightConnector1">
            <a:avLst/>
          </a:prstGeom>
          <a:noFill/>
          <a:ln cap="flat" cmpd="sng" w="12700">
            <a:solidFill>
              <a:srgbClr val="5B21B6"/>
            </a:solidFill>
            <a:prstDash val="solid"/>
            <a:round/>
            <a:headEnd len="sm" w="sm" type="none"/>
            <a:tailEnd len="sm" w="sm" type="none"/>
          </a:ln>
        </p:spPr>
      </p:cxnSp>
      <p:cxnSp>
        <p:nvCxnSpPr>
          <p:cNvPr id="609" name="Google Shape;609;p8"/>
          <p:cNvCxnSpPr/>
          <p:nvPr/>
        </p:nvCxnSpPr>
        <p:spPr>
          <a:xfrm>
            <a:off x="6263640" y="6739128"/>
            <a:ext cx="118872" cy="0"/>
          </a:xfrm>
          <a:prstGeom prst="straightConnector1">
            <a:avLst/>
          </a:prstGeom>
          <a:noFill/>
          <a:ln cap="flat" cmpd="sng" w="12700">
            <a:solidFill>
              <a:srgbClr val="5B21B6"/>
            </a:solidFill>
            <a:prstDash val="solid"/>
            <a:round/>
            <a:headEnd len="sm" w="sm" type="none"/>
            <a:tailEnd len="sm" w="sm" type="none"/>
          </a:ln>
        </p:spPr>
      </p:cxnSp>
      <p:cxnSp>
        <p:nvCxnSpPr>
          <p:cNvPr id="610" name="Google Shape;610;p8"/>
          <p:cNvCxnSpPr/>
          <p:nvPr/>
        </p:nvCxnSpPr>
        <p:spPr>
          <a:xfrm>
            <a:off x="11521440" y="6739128"/>
            <a:ext cx="118872" cy="0"/>
          </a:xfrm>
          <a:prstGeom prst="straightConnector1">
            <a:avLst/>
          </a:prstGeom>
          <a:noFill/>
          <a:ln cap="flat" cmpd="sng" w="12700">
            <a:solidFill>
              <a:srgbClr val="5B21B6"/>
            </a:solidFill>
            <a:prstDash val="solid"/>
            <a:round/>
            <a:headEnd len="sm" w="sm" type="none"/>
            <a:tailEnd len="sm" w="sm" type="none"/>
          </a:ln>
        </p:spPr>
      </p:cxnSp>
      <p:cxnSp>
        <p:nvCxnSpPr>
          <p:cNvPr id="611" name="Google Shape;611;p8"/>
          <p:cNvCxnSpPr/>
          <p:nvPr/>
        </p:nvCxnSpPr>
        <p:spPr>
          <a:xfrm>
            <a:off x="11640312" y="6620256"/>
            <a:ext cx="0" cy="118872"/>
          </a:xfrm>
          <a:prstGeom prst="straightConnector1">
            <a:avLst/>
          </a:prstGeom>
          <a:noFill/>
          <a:ln cap="flat" cmpd="sng" w="12700">
            <a:solidFill>
              <a:srgbClr val="5B21B6"/>
            </a:solidFill>
            <a:prstDash val="solid"/>
            <a:round/>
            <a:headEnd len="sm" w="sm" type="none"/>
            <a:tailEnd len="sm" w="sm" type="none"/>
          </a:ln>
        </p:spPr>
      </p:cxnSp>
      <p:sp>
        <p:nvSpPr>
          <p:cNvPr id="612" name="Google Shape;612;p8"/>
          <p:cNvSpPr/>
          <p:nvPr/>
        </p:nvSpPr>
        <p:spPr>
          <a:xfrm>
            <a:off x="6446520" y="5303520"/>
            <a:ext cx="510235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u/trace_space_team   4h   verified</a:t>
            </a:r>
            <a:endParaRPr b="0" i="0" sz="1000" u="none" cap="none" strike="noStrike">
              <a:solidFill>
                <a:schemeClr val="dk1"/>
              </a:solidFill>
              <a:latin typeface="Calibri"/>
              <a:ea typeface="Calibri"/>
              <a:cs typeface="Calibri"/>
              <a:sym typeface="Calibri"/>
            </a:endParaRPr>
          </a:p>
        </p:txBody>
      </p:sp>
      <p:sp>
        <p:nvSpPr>
          <p:cNvPr id="613" name="Google Shape;613;p8"/>
          <p:cNvSpPr/>
          <p:nvPr/>
        </p:nvSpPr>
        <p:spPr>
          <a:xfrm>
            <a:off x="6446520" y="5577840"/>
            <a:ext cx="510235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Two things that have actually saved us in this exact scenario:</a:t>
            </a:r>
            <a:endParaRPr b="0" i="0" sz="1100" u="none" cap="none" strike="noStrike">
              <a:solidFill>
                <a:schemeClr val="dk1"/>
              </a:solidFill>
              <a:latin typeface="Calibri"/>
              <a:ea typeface="Calibri"/>
              <a:cs typeface="Calibri"/>
              <a:sym typeface="Calibri"/>
            </a:endParaRPr>
          </a:p>
        </p:txBody>
      </p:sp>
      <p:sp>
        <p:nvSpPr>
          <p:cNvPr id="614" name="Google Shape;614;p8"/>
          <p:cNvSpPr/>
          <p:nvPr/>
        </p:nvSpPr>
        <p:spPr>
          <a:xfrm>
            <a:off x="6446520" y="5870448"/>
            <a:ext cx="5102352"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A0A"/>
              </a:buClr>
              <a:buSzPts val="1050"/>
              <a:buFont typeface="Arial"/>
              <a:buNone/>
            </a:pPr>
            <a:r>
              <a:rPr b="1" i="0" lang="en-US" sz="1050" u="none" cap="none" strike="noStrike">
                <a:solidFill>
                  <a:srgbClr val="0A0A0A"/>
                </a:solidFill>
                <a:latin typeface="Arial"/>
                <a:ea typeface="Arial"/>
                <a:cs typeface="Arial"/>
                <a:sym typeface="Arial"/>
              </a:rPr>
              <a:t>1.  </a:t>
            </a:r>
            <a:r>
              <a:rPr b="0" i="0" lang="en-US" sz="1050" u="none" cap="none" strike="noStrike">
                <a:solidFill>
                  <a:srgbClr val="374151"/>
                </a:solidFill>
                <a:latin typeface="Arial"/>
                <a:ea typeface="Arial"/>
                <a:cs typeface="Arial"/>
                <a:sym typeface="Arial"/>
              </a:rPr>
              <a:t>Run impact analysis across the live trace chain — start from changed clauses in v17, not your last good baseline.</a:t>
            </a:r>
            <a:endParaRPr b="0" i="0" sz="10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0A0A0A"/>
              </a:buClr>
              <a:buSzPts val="1050"/>
              <a:buFont typeface="Arial"/>
              <a:buNone/>
            </a:pPr>
            <a:r>
              <a:rPr b="1" i="0" lang="en-US" sz="1050" u="none" cap="none" strike="noStrike">
                <a:solidFill>
                  <a:srgbClr val="0A0A0A"/>
                </a:solidFill>
                <a:latin typeface="Arial"/>
                <a:ea typeface="Arial"/>
                <a:cs typeface="Arial"/>
                <a:sym typeface="Arial"/>
              </a:rPr>
              <a:t>2.  </a:t>
            </a:r>
            <a:r>
              <a:rPr b="0" i="0" lang="en-US" sz="1050" u="none" cap="none" strike="noStrike">
                <a:solidFill>
                  <a:srgbClr val="374151"/>
                </a:solidFill>
                <a:latin typeface="Arial"/>
                <a:ea typeface="Arial"/>
                <a:cs typeface="Arial"/>
                <a:sym typeface="Arial"/>
              </a:rPr>
              <a:t>Lock down well-formedness on the new requirements first — verifiable, testable, traceable.</a:t>
            </a:r>
            <a:endParaRPr b="0" i="0" sz="1050" u="none" cap="none" strike="noStrike">
              <a:solidFill>
                <a:schemeClr val="dk1"/>
              </a:solidFill>
              <a:latin typeface="Calibri"/>
              <a:ea typeface="Calibri"/>
              <a:cs typeface="Calibri"/>
              <a:sym typeface="Calibri"/>
            </a:endParaRPr>
          </a:p>
        </p:txBody>
      </p:sp>
      <p:sp>
        <p:nvSpPr>
          <p:cNvPr id="615" name="Google Shape;615;p8"/>
          <p:cNvSpPr/>
          <p:nvPr/>
        </p:nvSpPr>
        <p:spPr>
          <a:xfrm>
            <a:off x="472500" y="2052873"/>
            <a:ext cx="112470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400"/>
              <a:buFont typeface="Courier New"/>
              <a:buNone/>
            </a:pPr>
            <a:r>
              <a:rPr b="1" lang="en-US" u="sng">
                <a:solidFill>
                  <a:schemeClr val="hlink"/>
                </a:solidFill>
                <a:latin typeface="Courier New"/>
                <a:ea typeface="Courier New"/>
                <a:cs typeface="Courier New"/>
                <a:sym typeface="Courier New"/>
                <a:hlinkClick r:id="rId3"/>
              </a:rPr>
              <a:t>DEMO LINK</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0" name="Shape 620"/>
        <p:cNvGrpSpPr/>
        <p:nvPr/>
      </p:nvGrpSpPr>
      <p:grpSpPr>
        <a:xfrm>
          <a:off x="0" y="0"/>
          <a:ext cx="0" cy="0"/>
          <a:chOff x="0" y="0"/>
          <a:chExt cx="0" cy="0"/>
        </a:xfrm>
      </p:grpSpPr>
      <p:cxnSp>
        <p:nvCxnSpPr>
          <p:cNvPr id="621" name="Google Shape;621;p9"/>
          <p:cNvCxnSpPr/>
          <p:nvPr/>
        </p:nvCxnSpPr>
        <p:spPr>
          <a:xfrm>
            <a:off x="11247120" y="868680"/>
            <a:ext cx="502920" cy="182880"/>
          </a:xfrm>
          <a:prstGeom prst="straightConnector1">
            <a:avLst/>
          </a:prstGeom>
          <a:noFill/>
          <a:ln cap="flat" cmpd="sng" w="9525">
            <a:solidFill>
              <a:srgbClr val="9CA3AF"/>
            </a:solidFill>
            <a:prstDash val="solid"/>
            <a:round/>
            <a:headEnd len="sm" w="sm" type="none"/>
            <a:tailEnd len="sm" w="sm" type="none"/>
          </a:ln>
        </p:spPr>
      </p:cxnSp>
      <p:cxnSp>
        <p:nvCxnSpPr>
          <p:cNvPr id="622" name="Google Shape;622;p9"/>
          <p:cNvCxnSpPr/>
          <p:nvPr/>
        </p:nvCxnSpPr>
        <p:spPr>
          <a:xfrm flipH="1">
            <a:off x="11018520" y="868680"/>
            <a:ext cx="228600" cy="411480"/>
          </a:xfrm>
          <a:prstGeom prst="straightConnector1">
            <a:avLst/>
          </a:prstGeom>
          <a:noFill/>
          <a:ln cap="flat" cmpd="sng" w="9525">
            <a:solidFill>
              <a:srgbClr val="9CA3AF"/>
            </a:solidFill>
            <a:prstDash val="solid"/>
            <a:round/>
            <a:headEnd len="sm" w="sm" type="none"/>
            <a:tailEnd len="sm" w="sm" type="none"/>
          </a:ln>
        </p:spPr>
      </p:cxnSp>
      <p:cxnSp>
        <p:nvCxnSpPr>
          <p:cNvPr id="623" name="Google Shape;623;p9"/>
          <p:cNvCxnSpPr/>
          <p:nvPr/>
        </p:nvCxnSpPr>
        <p:spPr>
          <a:xfrm>
            <a:off x="11018520" y="1280160"/>
            <a:ext cx="457200" cy="137160"/>
          </a:xfrm>
          <a:prstGeom prst="straightConnector1">
            <a:avLst/>
          </a:prstGeom>
          <a:noFill/>
          <a:ln cap="flat" cmpd="sng" w="9525">
            <a:solidFill>
              <a:srgbClr val="9CA3AF"/>
            </a:solidFill>
            <a:prstDash val="solid"/>
            <a:round/>
            <a:headEnd len="sm" w="sm" type="none"/>
            <a:tailEnd len="sm" w="sm" type="none"/>
          </a:ln>
        </p:spPr>
      </p:cxnSp>
      <p:cxnSp>
        <p:nvCxnSpPr>
          <p:cNvPr id="624" name="Google Shape;624;p9"/>
          <p:cNvCxnSpPr/>
          <p:nvPr/>
        </p:nvCxnSpPr>
        <p:spPr>
          <a:xfrm flipH="1">
            <a:off x="11475720" y="1051560"/>
            <a:ext cx="274320" cy="365760"/>
          </a:xfrm>
          <a:prstGeom prst="straightConnector1">
            <a:avLst/>
          </a:prstGeom>
          <a:noFill/>
          <a:ln cap="flat" cmpd="sng" w="9525">
            <a:solidFill>
              <a:srgbClr val="9CA3AF"/>
            </a:solidFill>
            <a:prstDash val="solid"/>
            <a:round/>
            <a:headEnd len="sm" w="sm" type="none"/>
            <a:tailEnd len="sm" w="sm" type="none"/>
          </a:ln>
        </p:spPr>
      </p:cxnSp>
      <p:sp>
        <p:nvSpPr>
          <p:cNvPr id="625" name="Google Shape;625;p9"/>
          <p:cNvSpPr/>
          <p:nvPr/>
        </p:nvSpPr>
        <p:spPr>
          <a:xfrm>
            <a:off x="11210544" y="83210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9"/>
          <p:cNvSpPr/>
          <p:nvPr/>
        </p:nvSpPr>
        <p:spPr>
          <a:xfrm>
            <a:off x="11713464" y="101498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9"/>
          <p:cNvSpPr/>
          <p:nvPr/>
        </p:nvSpPr>
        <p:spPr>
          <a:xfrm>
            <a:off x="11439144" y="138074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9"/>
          <p:cNvSpPr/>
          <p:nvPr/>
        </p:nvSpPr>
        <p:spPr>
          <a:xfrm>
            <a:off x="10981944" y="124358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9"/>
          <p:cNvSpPr/>
          <p:nvPr/>
        </p:nvSpPr>
        <p:spPr>
          <a:xfrm>
            <a:off x="457200" y="27432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00"/>
              <a:buFont typeface="Courier New"/>
              <a:buNone/>
            </a:pPr>
            <a:r>
              <a:rPr b="1" i="0" lang="en-US" sz="1000" u="none" cap="none" strike="noStrike">
                <a:solidFill>
                  <a:srgbClr val="000000"/>
                </a:solidFill>
                <a:latin typeface="Courier New"/>
                <a:ea typeface="Courier New"/>
                <a:cs typeface="Courier New"/>
                <a:sym typeface="Courier New"/>
              </a:rPr>
              <a:t>TRACE.SPACE</a:t>
            </a:r>
            <a:endParaRPr b="0" i="0" sz="1000" u="none" cap="none" strike="noStrike">
              <a:solidFill>
                <a:schemeClr val="dk1"/>
              </a:solidFill>
              <a:latin typeface="Calibri"/>
              <a:ea typeface="Calibri"/>
              <a:cs typeface="Calibri"/>
              <a:sym typeface="Calibri"/>
            </a:endParaRPr>
          </a:p>
        </p:txBody>
      </p:sp>
      <p:sp>
        <p:nvSpPr>
          <p:cNvPr id="630" name="Google Shape;630;p9"/>
          <p:cNvSpPr/>
          <p:nvPr/>
        </p:nvSpPr>
        <p:spPr>
          <a:xfrm>
            <a:off x="10332720" y="274320"/>
            <a:ext cx="13716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ourier New"/>
              <a:buNone/>
            </a:pPr>
            <a:r>
              <a:rPr b="0" i="0" lang="en-US" sz="900" u="none" cap="none" strike="noStrike">
                <a:solidFill>
                  <a:srgbClr val="6B7280"/>
                </a:solidFill>
                <a:latin typeface="Courier New"/>
                <a:ea typeface="Courier New"/>
                <a:cs typeface="Courier New"/>
                <a:sym typeface="Courier New"/>
              </a:rPr>
              <a:t>06 / 07</a:t>
            </a:r>
            <a:endParaRPr b="0" i="0" sz="900" u="none" cap="none" strike="noStrike">
              <a:solidFill>
                <a:schemeClr val="dk1"/>
              </a:solidFill>
              <a:latin typeface="Calibri"/>
              <a:ea typeface="Calibri"/>
              <a:cs typeface="Calibri"/>
              <a:sym typeface="Calibri"/>
            </a:endParaRPr>
          </a:p>
        </p:txBody>
      </p:sp>
      <p:cxnSp>
        <p:nvCxnSpPr>
          <p:cNvPr id="631" name="Google Shape;631;p9"/>
          <p:cNvCxnSpPr/>
          <p:nvPr/>
        </p:nvCxnSpPr>
        <p:spPr>
          <a:xfrm>
            <a:off x="457200" y="594360"/>
            <a:ext cx="11274552" cy="0"/>
          </a:xfrm>
          <a:prstGeom prst="straightConnector1">
            <a:avLst/>
          </a:prstGeom>
          <a:noFill/>
          <a:ln cap="flat" cmpd="sng" w="9525">
            <a:solidFill>
              <a:srgbClr val="D1D5DB"/>
            </a:solidFill>
            <a:prstDash val="solid"/>
            <a:round/>
            <a:headEnd len="sm" w="sm" type="none"/>
            <a:tailEnd len="sm" w="sm" type="none"/>
          </a:ln>
        </p:spPr>
      </p:cxnSp>
      <p:cxnSp>
        <p:nvCxnSpPr>
          <p:cNvPr id="632" name="Google Shape;632;p9"/>
          <p:cNvCxnSpPr/>
          <p:nvPr/>
        </p:nvCxnSpPr>
        <p:spPr>
          <a:xfrm>
            <a:off x="365760" y="777240"/>
            <a:ext cx="11430000" cy="0"/>
          </a:xfrm>
          <a:prstGeom prst="straightConnector1">
            <a:avLst/>
          </a:prstGeom>
          <a:noFill/>
          <a:ln cap="flat" cmpd="sng" w="9525">
            <a:solidFill>
              <a:srgbClr val="D1D5DB"/>
            </a:solidFill>
            <a:prstDash val="solid"/>
            <a:round/>
            <a:headEnd len="sm" w="sm" type="none"/>
            <a:tailEnd len="sm" w="sm" type="none"/>
          </a:ln>
        </p:spPr>
      </p:cxnSp>
      <p:cxnSp>
        <p:nvCxnSpPr>
          <p:cNvPr id="633" name="Google Shape;633;p9"/>
          <p:cNvCxnSpPr/>
          <p:nvPr/>
        </p:nvCxnSpPr>
        <p:spPr>
          <a:xfrm>
            <a:off x="365760" y="1645920"/>
            <a:ext cx="11430000" cy="0"/>
          </a:xfrm>
          <a:prstGeom prst="straightConnector1">
            <a:avLst/>
          </a:prstGeom>
          <a:noFill/>
          <a:ln cap="flat" cmpd="sng" w="9525">
            <a:solidFill>
              <a:srgbClr val="D1D5DB"/>
            </a:solidFill>
            <a:prstDash val="solid"/>
            <a:round/>
            <a:headEnd len="sm" w="sm" type="none"/>
            <a:tailEnd len="sm" w="sm" type="none"/>
          </a:ln>
        </p:spPr>
      </p:cxnSp>
      <p:cxnSp>
        <p:nvCxnSpPr>
          <p:cNvPr id="634" name="Google Shape;634;p9"/>
          <p:cNvCxnSpPr/>
          <p:nvPr/>
        </p:nvCxnSpPr>
        <p:spPr>
          <a:xfrm>
            <a:off x="365760" y="777240"/>
            <a:ext cx="0" cy="868680"/>
          </a:xfrm>
          <a:prstGeom prst="straightConnector1">
            <a:avLst/>
          </a:prstGeom>
          <a:noFill/>
          <a:ln cap="flat" cmpd="sng" w="9525">
            <a:solidFill>
              <a:srgbClr val="D1D5DB"/>
            </a:solidFill>
            <a:prstDash val="solid"/>
            <a:round/>
            <a:headEnd len="sm" w="sm" type="none"/>
            <a:tailEnd len="sm" w="sm" type="none"/>
          </a:ln>
        </p:spPr>
      </p:cxnSp>
      <p:cxnSp>
        <p:nvCxnSpPr>
          <p:cNvPr id="635" name="Google Shape;635;p9"/>
          <p:cNvCxnSpPr/>
          <p:nvPr/>
        </p:nvCxnSpPr>
        <p:spPr>
          <a:xfrm>
            <a:off x="11795760" y="777240"/>
            <a:ext cx="0" cy="868680"/>
          </a:xfrm>
          <a:prstGeom prst="straightConnector1">
            <a:avLst/>
          </a:prstGeom>
          <a:noFill/>
          <a:ln cap="flat" cmpd="sng" w="9525">
            <a:solidFill>
              <a:srgbClr val="D1D5DB"/>
            </a:solidFill>
            <a:prstDash val="solid"/>
            <a:round/>
            <a:headEnd len="sm" w="sm" type="none"/>
            <a:tailEnd len="sm" w="sm" type="none"/>
          </a:ln>
        </p:spPr>
      </p:cxnSp>
      <p:cxnSp>
        <p:nvCxnSpPr>
          <p:cNvPr id="636" name="Google Shape;636;p9"/>
          <p:cNvCxnSpPr/>
          <p:nvPr/>
        </p:nvCxnSpPr>
        <p:spPr>
          <a:xfrm>
            <a:off x="365760" y="777240"/>
            <a:ext cx="201168" cy="0"/>
          </a:xfrm>
          <a:prstGeom prst="straightConnector1">
            <a:avLst/>
          </a:prstGeom>
          <a:noFill/>
          <a:ln cap="flat" cmpd="sng" w="12700">
            <a:solidFill>
              <a:srgbClr val="0A0A0A"/>
            </a:solidFill>
            <a:prstDash val="solid"/>
            <a:round/>
            <a:headEnd len="sm" w="sm" type="none"/>
            <a:tailEnd len="sm" w="sm" type="none"/>
          </a:ln>
        </p:spPr>
      </p:cxnSp>
      <p:cxnSp>
        <p:nvCxnSpPr>
          <p:cNvPr id="637" name="Google Shape;637;p9"/>
          <p:cNvCxnSpPr/>
          <p:nvPr/>
        </p:nvCxnSpPr>
        <p:spPr>
          <a:xfrm>
            <a:off x="365760" y="777240"/>
            <a:ext cx="0" cy="201168"/>
          </a:xfrm>
          <a:prstGeom prst="straightConnector1">
            <a:avLst/>
          </a:prstGeom>
          <a:noFill/>
          <a:ln cap="flat" cmpd="sng" w="12700">
            <a:solidFill>
              <a:srgbClr val="0A0A0A"/>
            </a:solidFill>
            <a:prstDash val="solid"/>
            <a:round/>
            <a:headEnd len="sm" w="sm" type="none"/>
            <a:tailEnd len="sm" w="sm" type="none"/>
          </a:ln>
        </p:spPr>
      </p:cxnSp>
      <p:cxnSp>
        <p:nvCxnSpPr>
          <p:cNvPr id="638" name="Google Shape;638;p9"/>
          <p:cNvCxnSpPr/>
          <p:nvPr/>
        </p:nvCxnSpPr>
        <p:spPr>
          <a:xfrm>
            <a:off x="11594592" y="777240"/>
            <a:ext cx="201168" cy="0"/>
          </a:xfrm>
          <a:prstGeom prst="straightConnector1">
            <a:avLst/>
          </a:prstGeom>
          <a:noFill/>
          <a:ln cap="flat" cmpd="sng" w="12700">
            <a:solidFill>
              <a:srgbClr val="0A0A0A"/>
            </a:solidFill>
            <a:prstDash val="solid"/>
            <a:round/>
            <a:headEnd len="sm" w="sm" type="none"/>
            <a:tailEnd len="sm" w="sm" type="none"/>
          </a:ln>
        </p:spPr>
      </p:cxnSp>
      <p:cxnSp>
        <p:nvCxnSpPr>
          <p:cNvPr id="639" name="Google Shape;639;p9"/>
          <p:cNvCxnSpPr/>
          <p:nvPr/>
        </p:nvCxnSpPr>
        <p:spPr>
          <a:xfrm>
            <a:off x="11795760" y="777240"/>
            <a:ext cx="0" cy="201168"/>
          </a:xfrm>
          <a:prstGeom prst="straightConnector1">
            <a:avLst/>
          </a:prstGeom>
          <a:noFill/>
          <a:ln cap="flat" cmpd="sng" w="12700">
            <a:solidFill>
              <a:srgbClr val="0A0A0A"/>
            </a:solidFill>
            <a:prstDash val="solid"/>
            <a:round/>
            <a:headEnd len="sm" w="sm" type="none"/>
            <a:tailEnd len="sm" w="sm" type="none"/>
          </a:ln>
        </p:spPr>
      </p:cxnSp>
      <p:cxnSp>
        <p:nvCxnSpPr>
          <p:cNvPr id="640" name="Google Shape;640;p9"/>
          <p:cNvCxnSpPr/>
          <p:nvPr/>
        </p:nvCxnSpPr>
        <p:spPr>
          <a:xfrm>
            <a:off x="365760" y="1444752"/>
            <a:ext cx="0" cy="201168"/>
          </a:xfrm>
          <a:prstGeom prst="straightConnector1">
            <a:avLst/>
          </a:prstGeom>
          <a:noFill/>
          <a:ln cap="flat" cmpd="sng" w="12700">
            <a:solidFill>
              <a:srgbClr val="0A0A0A"/>
            </a:solidFill>
            <a:prstDash val="solid"/>
            <a:round/>
            <a:headEnd len="sm" w="sm" type="none"/>
            <a:tailEnd len="sm" w="sm" type="none"/>
          </a:ln>
        </p:spPr>
      </p:cxnSp>
      <p:cxnSp>
        <p:nvCxnSpPr>
          <p:cNvPr id="641" name="Google Shape;641;p9"/>
          <p:cNvCxnSpPr/>
          <p:nvPr/>
        </p:nvCxnSpPr>
        <p:spPr>
          <a:xfrm>
            <a:off x="365760" y="1645920"/>
            <a:ext cx="201168" cy="0"/>
          </a:xfrm>
          <a:prstGeom prst="straightConnector1">
            <a:avLst/>
          </a:prstGeom>
          <a:noFill/>
          <a:ln cap="flat" cmpd="sng" w="12700">
            <a:solidFill>
              <a:srgbClr val="0A0A0A"/>
            </a:solidFill>
            <a:prstDash val="solid"/>
            <a:round/>
            <a:headEnd len="sm" w="sm" type="none"/>
            <a:tailEnd len="sm" w="sm" type="none"/>
          </a:ln>
        </p:spPr>
      </p:cxnSp>
      <p:cxnSp>
        <p:nvCxnSpPr>
          <p:cNvPr id="642" name="Google Shape;642;p9"/>
          <p:cNvCxnSpPr/>
          <p:nvPr/>
        </p:nvCxnSpPr>
        <p:spPr>
          <a:xfrm>
            <a:off x="11594592" y="1645920"/>
            <a:ext cx="201168" cy="0"/>
          </a:xfrm>
          <a:prstGeom prst="straightConnector1">
            <a:avLst/>
          </a:prstGeom>
          <a:noFill/>
          <a:ln cap="flat" cmpd="sng" w="12700">
            <a:solidFill>
              <a:srgbClr val="0A0A0A"/>
            </a:solidFill>
            <a:prstDash val="solid"/>
            <a:round/>
            <a:headEnd len="sm" w="sm" type="none"/>
            <a:tailEnd len="sm" w="sm" type="none"/>
          </a:ln>
        </p:spPr>
      </p:cxnSp>
      <p:cxnSp>
        <p:nvCxnSpPr>
          <p:cNvPr id="643" name="Google Shape;643;p9"/>
          <p:cNvCxnSpPr/>
          <p:nvPr/>
        </p:nvCxnSpPr>
        <p:spPr>
          <a:xfrm>
            <a:off x="11795760" y="1444752"/>
            <a:ext cx="0" cy="201168"/>
          </a:xfrm>
          <a:prstGeom prst="straightConnector1">
            <a:avLst/>
          </a:prstGeom>
          <a:noFill/>
          <a:ln cap="flat" cmpd="sng" w="12700">
            <a:solidFill>
              <a:srgbClr val="0A0A0A"/>
            </a:solidFill>
            <a:prstDash val="solid"/>
            <a:round/>
            <a:headEnd len="sm" w="sm" type="none"/>
            <a:tailEnd len="sm" w="sm" type="none"/>
          </a:ln>
        </p:spPr>
      </p:cxnSp>
      <p:sp>
        <p:nvSpPr>
          <p:cNvPr id="644" name="Google Shape;644;p9"/>
          <p:cNvSpPr/>
          <p:nvPr/>
        </p:nvSpPr>
        <p:spPr>
          <a:xfrm>
            <a:off x="457200" y="868680"/>
            <a:ext cx="112471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400"/>
              <a:buFont typeface="Arial Black"/>
              <a:buNone/>
            </a:pPr>
            <a:r>
              <a:rPr b="1" i="0" lang="en-US" sz="3400" u="none" cap="none" strike="noStrike">
                <a:solidFill>
                  <a:srgbClr val="000000"/>
                </a:solidFill>
                <a:latin typeface="Arial Black"/>
                <a:ea typeface="Arial Black"/>
                <a:cs typeface="Arial Black"/>
                <a:sym typeface="Arial Black"/>
              </a:rPr>
              <a:t>Pillar 3 — Uplifting</a:t>
            </a:r>
            <a:endParaRPr b="0" i="0" sz="3400" u="none" cap="none" strike="noStrike">
              <a:solidFill>
                <a:schemeClr val="dk1"/>
              </a:solidFill>
              <a:latin typeface="Calibri"/>
              <a:ea typeface="Calibri"/>
              <a:cs typeface="Calibri"/>
              <a:sym typeface="Calibri"/>
            </a:endParaRPr>
          </a:p>
        </p:txBody>
      </p:sp>
      <p:sp>
        <p:nvSpPr>
          <p:cNvPr id="645" name="Google Shape;645;p9"/>
          <p:cNvSpPr/>
          <p:nvPr/>
        </p:nvSpPr>
        <p:spPr>
          <a:xfrm>
            <a:off x="457200" y="1755648"/>
            <a:ext cx="112470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400"/>
              <a:buFont typeface="Courier New"/>
              <a:buNone/>
            </a:pPr>
            <a:r>
              <a:rPr b="1" i="0" lang="en-US" sz="1400" u="none" cap="none" strike="noStrike">
                <a:solidFill>
                  <a:srgbClr val="5B21B6"/>
                </a:solidFill>
                <a:latin typeface="Courier New"/>
                <a:ea typeface="Courier New"/>
                <a:cs typeface="Courier New"/>
                <a:sym typeface="Courier New"/>
              </a:rPr>
              <a:t>SPOTLIGHT THE CRAFT</a:t>
            </a:r>
            <a:endParaRPr b="0" i="0" sz="1400" u="none" cap="none" strike="noStrike">
              <a:solidFill>
                <a:schemeClr val="dk1"/>
              </a:solidFill>
              <a:latin typeface="Calibri"/>
              <a:ea typeface="Calibri"/>
              <a:cs typeface="Calibri"/>
              <a:sym typeface="Calibri"/>
            </a:endParaRPr>
          </a:p>
        </p:txBody>
      </p:sp>
      <p:cxnSp>
        <p:nvCxnSpPr>
          <p:cNvPr id="646" name="Google Shape;646;p9"/>
          <p:cNvCxnSpPr/>
          <p:nvPr/>
        </p:nvCxnSpPr>
        <p:spPr>
          <a:xfrm>
            <a:off x="365760" y="2606040"/>
            <a:ext cx="5349240" cy="0"/>
          </a:xfrm>
          <a:prstGeom prst="straightConnector1">
            <a:avLst/>
          </a:prstGeom>
          <a:noFill/>
          <a:ln cap="flat" cmpd="sng" w="9525">
            <a:solidFill>
              <a:srgbClr val="D1D5DB"/>
            </a:solidFill>
            <a:prstDash val="solid"/>
            <a:round/>
            <a:headEnd len="sm" w="sm" type="none"/>
            <a:tailEnd len="sm" w="sm" type="none"/>
          </a:ln>
        </p:spPr>
      </p:cxnSp>
      <p:cxnSp>
        <p:nvCxnSpPr>
          <p:cNvPr id="647" name="Google Shape;647;p9"/>
          <p:cNvCxnSpPr/>
          <p:nvPr/>
        </p:nvCxnSpPr>
        <p:spPr>
          <a:xfrm>
            <a:off x="365760" y="6830568"/>
            <a:ext cx="5349240" cy="0"/>
          </a:xfrm>
          <a:prstGeom prst="straightConnector1">
            <a:avLst/>
          </a:prstGeom>
          <a:noFill/>
          <a:ln cap="flat" cmpd="sng" w="9525">
            <a:solidFill>
              <a:srgbClr val="D1D5DB"/>
            </a:solidFill>
            <a:prstDash val="solid"/>
            <a:round/>
            <a:headEnd len="sm" w="sm" type="none"/>
            <a:tailEnd len="sm" w="sm" type="none"/>
          </a:ln>
        </p:spPr>
      </p:cxnSp>
      <p:cxnSp>
        <p:nvCxnSpPr>
          <p:cNvPr id="648" name="Google Shape;648;p9"/>
          <p:cNvCxnSpPr/>
          <p:nvPr/>
        </p:nvCxnSpPr>
        <p:spPr>
          <a:xfrm>
            <a:off x="365760" y="2606040"/>
            <a:ext cx="0" cy="4224528"/>
          </a:xfrm>
          <a:prstGeom prst="straightConnector1">
            <a:avLst/>
          </a:prstGeom>
          <a:noFill/>
          <a:ln cap="flat" cmpd="sng" w="9525">
            <a:solidFill>
              <a:srgbClr val="D1D5DB"/>
            </a:solidFill>
            <a:prstDash val="solid"/>
            <a:round/>
            <a:headEnd len="sm" w="sm" type="none"/>
            <a:tailEnd len="sm" w="sm" type="none"/>
          </a:ln>
        </p:spPr>
      </p:cxnSp>
      <p:cxnSp>
        <p:nvCxnSpPr>
          <p:cNvPr id="649" name="Google Shape;649;p9"/>
          <p:cNvCxnSpPr/>
          <p:nvPr/>
        </p:nvCxnSpPr>
        <p:spPr>
          <a:xfrm>
            <a:off x="5715000" y="2606040"/>
            <a:ext cx="0" cy="4224528"/>
          </a:xfrm>
          <a:prstGeom prst="straightConnector1">
            <a:avLst/>
          </a:prstGeom>
          <a:noFill/>
          <a:ln cap="flat" cmpd="sng" w="9525">
            <a:solidFill>
              <a:srgbClr val="D1D5DB"/>
            </a:solidFill>
            <a:prstDash val="solid"/>
            <a:round/>
            <a:headEnd len="sm" w="sm" type="none"/>
            <a:tailEnd len="sm" w="sm" type="none"/>
          </a:ln>
        </p:spPr>
      </p:cxnSp>
      <p:cxnSp>
        <p:nvCxnSpPr>
          <p:cNvPr id="650" name="Google Shape;650;p9"/>
          <p:cNvCxnSpPr/>
          <p:nvPr/>
        </p:nvCxnSpPr>
        <p:spPr>
          <a:xfrm>
            <a:off x="365760" y="2606040"/>
            <a:ext cx="201168" cy="0"/>
          </a:xfrm>
          <a:prstGeom prst="straightConnector1">
            <a:avLst/>
          </a:prstGeom>
          <a:noFill/>
          <a:ln cap="flat" cmpd="sng" w="15875">
            <a:solidFill>
              <a:srgbClr val="0A0A0A"/>
            </a:solidFill>
            <a:prstDash val="solid"/>
            <a:round/>
            <a:headEnd len="sm" w="sm" type="none"/>
            <a:tailEnd len="sm" w="sm" type="none"/>
          </a:ln>
        </p:spPr>
      </p:cxnSp>
      <p:cxnSp>
        <p:nvCxnSpPr>
          <p:cNvPr id="651" name="Google Shape;651;p9"/>
          <p:cNvCxnSpPr/>
          <p:nvPr/>
        </p:nvCxnSpPr>
        <p:spPr>
          <a:xfrm>
            <a:off x="365760" y="2606040"/>
            <a:ext cx="0" cy="201168"/>
          </a:xfrm>
          <a:prstGeom prst="straightConnector1">
            <a:avLst/>
          </a:prstGeom>
          <a:noFill/>
          <a:ln cap="flat" cmpd="sng" w="15875">
            <a:solidFill>
              <a:srgbClr val="0A0A0A"/>
            </a:solidFill>
            <a:prstDash val="solid"/>
            <a:round/>
            <a:headEnd len="sm" w="sm" type="none"/>
            <a:tailEnd len="sm" w="sm" type="none"/>
          </a:ln>
        </p:spPr>
      </p:cxnSp>
      <p:cxnSp>
        <p:nvCxnSpPr>
          <p:cNvPr id="652" name="Google Shape;652;p9"/>
          <p:cNvCxnSpPr/>
          <p:nvPr/>
        </p:nvCxnSpPr>
        <p:spPr>
          <a:xfrm>
            <a:off x="5513832" y="2606040"/>
            <a:ext cx="201168" cy="0"/>
          </a:xfrm>
          <a:prstGeom prst="straightConnector1">
            <a:avLst/>
          </a:prstGeom>
          <a:noFill/>
          <a:ln cap="flat" cmpd="sng" w="15875">
            <a:solidFill>
              <a:srgbClr val="0A0A0A"/>
            </a:solidFill>
            <a:prstDash val="solid"/>
            <a:round/>
            <a:headEnd len="sm" w="sm" type="none"/>
            <a:tailEnd len="sm" w="sm" type="none"/>
          </a:ln>
        </p:spPr>
      </p:cxnSp>
      <p:cxnSp>
        <p:nvCxnSpPr>
          <p:cNvPr id="653" name="Google Shape;653;p9"/>
          <p:cNvCxnSpPr/>
          <p:nvPr/>
        </p:nvCxnSpPr>
        <p:spPr>
          <a:xfrm>
            <a:off x="5715000" y="2606040"/>
            <a:ext cx="0" cy="201168"/>
          </a:xfrm>
          <a:prstGeom prst="straightConnector1">
            <a:avLst/>
          </a:prstGeom>
          <a:noFill/>
          <a:ln cap="flat" cmpd="sng" w="15875">
            <a:solidFill>
              <a:srgbClr val="0A0A0A"/>
            </a:solidFill>
            <a:prstDash val="solid"/>
            <a:round/>
            <a:headEnd len="sm" w="sm" type="none"/>
            <a:tailEnd len="sm" w="sm" type="none"/>
          </a:ln>
        </p:spPr>
      </p:cxnSp>
      <p:cxnSp>
        <p:nvCxnSpPr>
          <p:cNvPr id="654" name="Google Shape;654;p9"/>
          <p:cNvCxnSpPr/>
          <p:nvPr/>
        </p:nvCxnSpPr>
        <p:spPr>
          <a:xfrm>
            <a:off x="365760" y="6629400"/>
            <a:ext cx="0" cy="201168"/>
          </a:xfrm>
          <a:prstGeom prst="straightConnector1">
            <a:avLst/>
          </a:prstGeom>
          <a:noFill/>
          <a:ln cap="flat" cmpd="sng" w="15875">
            <a:solidFill>
              <a:srgbClr val="0A0A0A"/>
            </a:solidFill>
            <a:prstDash val="solid"/>
            <a:round/>
            <a:headEnd len="sm" w="sm" type="none"/>
            <a:tailEnd len="sm" w="sm" type="none"/>
          </a:ln>
        </p:spPr>
      </p:cxnSp>
      <p:cxnSp>
        <p:nvCxnSpPr>
          <p:cNvPr id="655" name="Google Shape;655;p9"/>
          <p:cNvCxnSpPr/>
          <p:nvPr/>
        </p:nvCxnSpPr>
        <p:spPr>
          <a:xfrm>
            <a:off x="365760" y="6830568"/>
            <a:ext cx="201168" cy="0"/>
          </a:xfrm>
          <a:prstGeom prst="straightConnector1">
            <a:avLst/>
          </a:prstGeom>
          <a:noFill/>
          <a:ln cap="flat" cmpd="sng" w="15875">
            <a:solidFill>
              <a:srgbClr val="0A0A0A"/>
            </a:solidFill>
            <a:prstDash val="solid"/>
            <a:round/>
            <a:headEnd len="sm" w="sm" type="none"/>
            <a:tailEnd len="sm" w="sm" type="none"/>
          </a:ln>
        </p:spPr>
      </p:cxnSp>
      <p:cxnSp>
        <p:nvCxnSpPr>
          <p:cNvPr id="656" name="Google Shape;656;p9"/>
          <p:cNvCxnSpPr/>
          <p:nvPr/>
        </p:nvCxnSpPr>
        <p:spPr>
          <a:xfrm>
            <a:off x="5513832" y="6830568"/>
            <a:ext cx="201168" cy="0"/>
          </a:xfrm>
          <a:prstGeom prst="straightConnector1">
            <a:avLst/>
          </a:prstGeom>
          <a:noFill/>
          <a:ln cap="flat" cmpd="sng" w="15875">
            <a:solidFill>
              <a:srgbClr val="0A0A0A"/>
            </a:solidFill>
            <a:prstDash val="solid"/>
            <a:round/>
            <a:headEnd len="sm" w="sm" type="none"/>
            <a:tailEnd len="sm" w="sm" type="none"/>
          </a:ln>
        </p:spPr>
      </p:cxnSp>
      <p:cxnSp>
        <p:nvCxnSpPr>
          <p:cNvPr id="657" name="Google Shape;657;p9"/>
          <p:cNvCxnSpPr/>
          <p:nvPr/>
        </p:nvCxnSpPr>
        <p:spPr>
          <a:xfrm>
            <a:off x="5715000" y="6629400"/>
            <a:ext cx="0" cy="201168"/>
          </a:xfrm>
          <a:prstGeom prst="straightConnector1">
            <a:avLst/>
          </a:prstGeom>
          <a:noFill/>
          <a:ln cap="flat" cmpd="sng" w="15875">
            <a:solidFill>
              <a:srgbClr val="0A0A0A"/>
            </a:solidFill>
            <a:prstDash val="solid"/>
            <a:round/>
            <a:headEnd len="sm" w="sm" type="none"/>
            <a:tailEnd len="sm" w="sm" type="none"/>
          </a:ln>
        </p:spPr>
      </p:cxnSp>
      <p:sp>
        <p:nvSpPr>
          <p:cNvPr id="658" name="Google Shape;658;p9"/>
          <p:cNvSpPr/>
          <p:nvPr/>
        </p:nvSpPr>
        <p:spPr>
          <a:xfrm>
            <a:off x="731520" y="2913389"/>
            <a:ext cx="47091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Arial Black"/>
              <a:buNone/>
            </a:pPr>
            <a:r>
              <a:rPr b="1" i="0" lang="en-US" sz="2200" u="none" cap="none" strike="noStrike">
                <a:solidFill>
                  <a:srgbClr val="000000"/>
                </a:solidFill>
                <a:latin typeface="Arial Black"/>
                <a:ea typeface="Arial Black"/>
                <a:cs typeface="Arial Black"/>
                <a:sym typeface="Arial Black"/>
              </a:rPr>
              <a:t>Show the craft, not the product.</a:t>
            </a:r>
            <a:endParaRPr b="0" i="0" sz="2200" u="none" cap="none" strike="noStrike">
              <a:solidFill>
                <a:schemeClr val="dk1"/>
              </a:solidFill>
              <a:latin typeface="Calibri"/>
              <a:ea typeface="Calibri"/>
              <a:cs typeface="Calibri"/>
              <a:sym typeface="Calibri"/>
            </a:endParaRPr>
          </a:p>
        </p:txBody>
      </p:sp>
      <p:sp>
        <p:nvSpPr>
          <p:cNvPr id="659" name="Google Shape;659;p9"/>
          <p:cNvSpPr/>
          <p:nvPr/>
        </p:nvSpPr>
        <p:spPr>
          <a:xfrm>
            <a:off x="731520" y="3553469"/>
            <a:ext cx="47091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50"/>
              <a:buFont typeface="Arial"/>
              <a:buNone/>
            </a:pPr>
            <a:r>
              <a:rPr b="0" i="0" lang="en-US" sz="1250" u="none" cap="none" strike="noStrike">
                <a:solidFill>
                  <a:srgbClr val="374151"/>
                </a:solidFill>
                <a:latin typeface="Arial"/>
                <a:ea typeface="Arial"/>
                <a:cs typeface="Arial"/>
                <a:sym typeface="Arial"/>
              </a:rPr>
              <a:t>Short interviews and co-written posts with systems engineers about how they actually solved a hard traceability or certification problem. Not a generic testimonial — a craft story their peers will save.</a:t>
            </a:r>
            <a:endParaRPr b="0" i="0" sz="1250" u="none" cap="none" strike="noStrike">
              <a:solidFill>
                <a:schemeClr val="dk1"/>
              </a:solidFill>
              <a:latin typeface="Calibri"/>
              <a:ea typeface="Calibri"/>
              <a:cs typeface="Calibri"/>
              <a:sym typeface="Calibri"/>
            </a:endParaRPr>
          </a:p>
        </p:txBody>
      </p:sp>
      <p:sp>
        <p:nvSpPr>
          <p:cNvPr id="660" name="Google Shape;660;p9"/>
          <p:cNvSpPr/>
          <p:nvPr/>
        </p:nvSpPr>
        <p:spPr>
          <a:xfrm>
            <a:off x="731520" y="4650749"/>
            <a:ext cx="4709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000"/>
              <a:buFont typeface="Courier New"/>
              <a:buNone/>
            </a:pPr>
            <a:r>
              <a:rPr b="1" i="0" lang="en-US" sz="1000" u="none" cap="none" strike="noStrike">
                <a:solidFill>
                  <a:srgbClr val="5B21B6"/>
                </a:solidFill>
                <a:latin typeface="Courier New"/>
                <a:ea typeface="Courier New"/>
                <a:cs typeface="Courier New"/>
                <a:sym typeface="Courier New"/>
              </a:rPr>
              <a:t>WHAT MAKES IT WORK</a:t>
            </a:r>
            <a:endParaRPr b="0" i="0" sz="1000" u="none" cap="none" strike="noStrike">
              <a:solidFill>
                <a:schemeClr val="dk1"/>
              </a:solidFill>
              <a:latin typeface="Calibri"/>
              <a:ea typeface="Calibri"/>
              <a:cs typeface="Calibri"/>
              <a:sym typeface="Calibri"/>
            </a:endParaRPr>
          </a:p>
        </p:txBody>
      </p:sp>
      <p:cxnSp>
        <p:nvCxnSpPr>
          <p:cNvPr id="661" name="Google Shape;661;p9"/>
          <p:cNvCxnSpPr/>
          <p:nvPr/>
        </p:nvCxnSpPr>
        <p:spPr>
          <a:xfrm>
            <a:off x="731520" y="4943357"/>
            <a:ext cx="502800" cy="0"/>
          </a:xfrm>
          <a:prstGeom prst="straightConnector1">
            <a:avLst/>
          </a:prstGeom>
          <a:noFill/>
          <a:ln cap="flat" cmpd="sng" w="12700">
            <a:solidFill>
              <a:srgbClr val="333333"/>
            </a:solidFill>
            <a:prstDash val="solid"/>
            <a:round/>
            <a:headEnd len="sm" w="sm" type="none"/>
            <a:tailEnd len="sm" w="sm" type="none"/>
          </a:ln>
        </p:spPr>
      </p:cxnSp>
      <p:sp>
        <p:nvSpPr>
          <p:cNvPr id="662" name="Google Shape;662;p9"/>
          <p:cNvSpPr/>
          <p:nvPr/>
        </p:nvSpPr>
        <p:spPr>
          <a:xfrm>
            <a:off x="731520" y="5080517"/>
            <a:ext cx="1691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200"/>
              <a:buFont typeface="Arial Black"/>
              <a:buNone/>
            </a:pPr>
            <a:r>
              <a:rPr b="1" i="0" lang="en-US" sz="1200" u="none" cap="none" strike="noStrike">
                <a:solidFill>
                  <a:srgbClr val="5B21B6"/>
                </a:solidFill>
                <a:latin typeface="Arial Black"/>
                <a:ea typeface="Arial Black"/>
                <a:cs typeface="Arial Black"/>
                <a:sym typeface="Arial Black"/>
              </a:rPr>
              <a:t>Specificity</a:t>
            </a:r>
            <a:endParaRPr b="0" i="0" sz="1200" u="none" cap="none" strike="noStrike">
              <a:solidFill>
                <a:schemeClr val="dk1"/>
              </a:solidFill>
              <a:latin typeface="Calibri"/>
              <a:ea typeface="Calibri"/>
              <a:cs typeface="Calibri"/>
              <a:sym typeface="Calibri"/>
            </a:endParaRPr>
          </a:p>
        </p:txBody>
      </p:sp>
      <p:sp>
        <p:nvSpPr>
          <p:cNvPr id="663" name="Google Shape;663;p9"/>
          <p:cNvSpPr/>
          <p:nvPr/>
        </p:nvSpPr>
        <p:spPr>
          <a:xfrm>
            <a:off x="2148840" y="5080517"/>
            <a:ext cx="3154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US" sz="1100" u="none" cap="none" strike="noStrike">
                <a:solidFill>
                  <a:srgbClr val="374151"/>
                </a:solidFill>
                <a:latin typeface="Arial"/>
                <a:ea typeface="Arial"/>
                <a:cs typeface="Arial"/>
                <a:sym typeface="Arial"/>
              </a:rPr>
              <a:t>Name the tools, the spec version, the workaround. Real artifacts beat polished narrative.</a:t>
            </a:r>
            <a:endParaRPr b="0" i="0" sz="1100" u="none" cap="none" strike="noStrike">
              <a:solidFill>
                <a:schemeClr val="dk1"/>
              </a:solidFill>
              <a:latin typeface="Calibri"/>
              <a:ea typeface="Calibri"/>
              <a:cs typeface="Calibri"/>
              <a:sym typeface="Calibri"/>
            </a:endParaRPr>
          </a:p>
        </p:txBody>
      </p:sp>
      <p:sp>
        <p:nvSpPr>
          <p:cNvPr id="664" name="Google Shape;664;p9"/>
          <p:cNvSpPr/>
          <p:nvPr/>
        </p:nvSpPr>
        <p:spPr>
          <a:xfrm>
            <a:off x="731520" y="5446277"/>
            <a:ext cx="1691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200"/>
              <a:buFont typeface="Arial Black"/>
              <a:buNone/>
            </a:pPr>
            <a:r>
              <a:rPr b="1" i="0" lang="en-US" sz="1200" u="none" cap="none" strike="noStrike">
                <a:solidFill>
                  <a:srgbClr val="5B21B6"/>
                </a:solidFill>
                <a:latin typeface="Arial Black"/>
                <a:ea typeface="Arial Black"/>
                <a:cs typeface="Arial Black"/>
                <a:sym typeface="Arial Black"/>
              </a:rPr>
              <a:t>Useful exhibits</a:t>
            </a:r>
            <a:endParaRPr b="0" i="0" sz="1200" u="none" cap="none" strike="noStrike">
              <a:solidFill>
                <a:schemeClr val="dk1"/>
              </a:solidFill>
              <a:latin typeface="Calibri"/>
              <a:ea typeface="Calibri"/>
              <a:cs typeface="Calibri"/>
              <a:sym typeface="Calibri"/>
            </a:endParaRPr>
          </a:p>
        </p:txBody>
      </p:sp>
      <p:sp>
        <p:nvSpPr>
          <p:cNvPr id="665" name="Google Shape;665;p9"/>
          <p:cNvSpPr/>
          <p:nvPr/>
        </p:nvSpPr>
        <p:spPr>
          <a:xfrm>
            <a:off x="2148840" y="5446277"/>
            <a:ext cx="3154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US" sz="1100" u="none" cap="none" strike="noStrike">
                <a:solidFill>
                  <a:srgbClr val="374151"/>
                </a:solidFill>
                <a:latin typeface="Arial"/>
                <a:ea typeface="Arial"/>
                <a:cs typeface="Arial"/>
                <a:sym typeface="Arial"/>
              </a:rPr>
              <a:t>Coverage diagrams, real RTM excerpts, decision trees — things peers can copy.</a:t>
            </a:r>
            <a:endParaRPr b="0" i="0" sz="1100" u="none" cap="none" strike="noStrike">
              <a:solidFill>
                <a:schemeClr val="dk1"/>
              </a:solidFill>
              <a:latin typeface="Calibri"/>
              <a:ea typeface="Calibri"/>
              <a:cs typeface="Calibri"/>
              <a:sym typeface="Calibri"/>
            </a:endParaRPr>
          </a:p>
        </p:txBody>
      </p:sp>
      <p:sp>
        <p:nvSpPr>
          <p:cNvPr id="666" name="Google Shape;666;p9"/>
          <p:cNvSpPr/>
          <p:nvPr/>
        </p:nvSpPr>
        <p:spPr>
          <a:xfrm>
            <a:off x="731520" y="5812037"/>
            <a:ext cx="1691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200"/>
              <a:buFont typeface="Arial Black"/>
              <a:buNone/>
            </a:pPr>
            <a:r>
              <a:rPr b="1" i="0" lang="en-US" sz="1200" u="none" cap="none" strike="noStrike">
                <a:solidFill>
                  <a:srgbClr val="5B21B6"/>
                </a:solidFill>
                <a:latin typeface="Arial Black"/>
                <a:ea typeface="Arial Black"/>
                <a:cs typeface="Arial Black"/>
                <a:sym typeface="Arial Black"/>
              </a:rPr>
              <a:t>Engineer-led</a:t>
            </a:r>
            <a:endParaRPr b="0" i="0" sz="1200" u="none" cap="none" strike="noStrike">
              <a:solidFill>
                <a:schemeClr val="dk1"/>
              </a:solidFill>
              <a:latin typeface="Calibri"/>
              <a:ea typeface="Calibri"/>
              <a:cs typeface="Calibri"/>
              <a:sym typeface="Calibri"/>
            </a:endParaRPr>
          </a:p>
        </p:txBody>
      </p:sp>
      <p:sp>
        <p:nvSpPr>
          <p:cNvPr id="667" name="Google Shape;667;p9"/>
          <p:cNvSpPr/>
          <p:nvPr/>
        </p:nvSpPr>
        <p:spPr>
          <a:xfrm>
            <a:off x="2148840" y="5812037"/>
            <a:ext cx="3154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US" sz="1100" u="none" cap="none" strike="noStrike">
                <a:solidFill>
                  <a:srgbClr val="374151"/>
                </a:solidFill>
                <a:latin typeface="Arial"/>
                <a:ea typeface="Arial"/>
                <a:cs typeface="Arial"/>
                <a:sym typeface="Arial"/>
              </a:rPr>
              <a:t>They're the protagonist. Trace.Space is just the publisher and editor.</a:t>
            </a:r>
            <a:endParaRPr b="0" i="0" sz="1100" u="none" cap="none" strike="noStrike">
              <a:solidFill>
                <a:schemeClr val="dk1"/>
              </a:solidFill>
              <a:latin typeface="Calibri"/>
              <a:ea typeface="Calibri"/>
              <a:cs typeface="Calibri"/>
              <a:sym typeface="Calibri"/>
            </a:endParaRPr>
          </a:p>
        </p:txBody>
      </p:sp>
      <p:cxnSp>
        <p:nvCxnSpPr>
          <p:cNvPr id="668" name="Google Shape;668;p9"/>
          <p:cNvCxnSpPr/>
          <p:nvPr/>
        </p:nvCxnSpPr>
        <p:spPr>
          <a:xfrm>
            <a:off x="5897880" y="2606040"/>
            <a:ext cx="5925300" cy="0"/>
          </a:xfrm>
          <a:prstGeom prst="straightConnector1">
            <a:avLst/>
          </a:prstGeom>
          <a:noFill/>
          <a:ln cap="flat" cmpd="sng" w="9525">
            <a:solidFill>
              <a:srgbClr val="D1D5DB"/>
            </a:solidFill>
            <a:prstDash val="solid"/>
            <a:round/>
            <a:headEnd len="sm" w="sm" type="none"/>
            <a:tailEnd len="sm" w="sm" type="none"/>
          </a:ln>
        </p:spPr>
      </p:cxnSp>
      <p:cxnSp>
        <p:nvCxnSpPr>
          <p:cNvPr id="669" name="Google Shape;669;p9"/>
          <p:cNvCxnSpPr/>
          <p:nvPr/>
        </p:nvCxnSpPr>
        <p:spPr>
          <a:xfrm>
            <a:off x="5897880" y="6830568"/>
            <a:ext cx="5925312" cy="0"/>
          </a:xfrm>
          <a:prstGeom prst="straightConnector1">
            <a:avLst/>
          </a:prstGeom>
          <a:noFill/>
          <a:ln cap="flat" cmpd="sng" w="9525">
            <a:solidFill>
              <a:srgbClr val="D1D5DB"/>
            </a:solidFill>
            <a:prstDash val="solid"/>
            <a:round/>
            <a:headEnd len="sm" w="sm" type="none"/>
            <a:tailEnd len="sm" w="sm" type="none"/>
          </a:ln>
        </p:spPr>
      </p:cxnSp>
      <p:cxnSp>
        <p:nvCxnSpPr>
          <p:cNvPr id="670" name="Google Shape;670;p9"/>
          <p:cNvCxnSpPr/>
          <p:nvPr/>
        </p:nvCxnSpPr>
        <p:spPr>
          <a:xfrm>
            <a:off x="5897880" y="2606040"/>
            <a:ext cx="0" cy="4224528"/>
          </a:xfrm>
          <a:prstGeom prst="straightConnector1">
            <a:avLst/>
          </a:prstGeom>
          <a:noFill/>
          <a:ln cap="flat" cmpd="sng" w="9525">
            <a:solidFill>
              <a:srgbClr val="D1D5DB"/>
            </a:solidFill>
            <a:prstDash val="solid"/>
            <a:round/>
            <a:headEnd len="sm" w="sm" type="none"/>
            <a:tailEnd len="sm" w="sm" type="none"/>
          </a:ln>
        </p:spPr>
      </p:cxnSp>
      <p:cxnSp>
        <p:nvCxnSpPr>
          <p:cNvPr id="671" name="Google Shape;671;p9"/>
          <p:cNvCxnSpPr/>
          <p:nvPr/>
        </p:nvCxnSpPr>
        <p:spPr>
          <a:xfrm>
            <a:off x="11823192" y="2606040"/>
            <a:ext cx="0" cy="4224528"/>
          </a:xfrm>
          <a:prstGeom prst="straightConnector1">
            <a:avLst/>
          </a:prstGeom>
          <a:noFill/>
          <a:ln cap="flat" cmpd="sng" w="9525">
            <a:solidFill>
              <a:srgbClr val="D1D5DB"/>
            </a:solidFill>
            <a:prstDash val="solid"/>
            <a:round/>
            <a:headEnd len="sm" w="sm" type="none"/>
            <a:tailEnd len="sm" w="sm" type="none"/>
          </a:ln>
        </p:spPr>
      </p:cxnSp>
      <p:cxnSp>
        <p:nvCxnSpPr>
          <p:cNvPr id="672" name="Google Shape;672;p9"/>
          <p:cNvCxnSpPr/>
          <p:nvPr/>
        </p:nvCxnSpPr>
        <p:spPr>
          <a:xfrm>
            <a:off x="5897880" y="2606040"/>
            <a:ext cx="201168" cy="0"/>
          </a:xfrm>
          <a:prstGeom prst="straightConnector1">
            <a:avLst/>
          </a:prstGeom>
          <a:noFill/>
          <a:ln cap="flat" cmpd="sng" w="15875">
            <a:solidFill>
              <a:srgbClr val="0A0A0A"/>
            </a:solidFill>
            <a:prstDash val="solid"/>
            <a:round/>
            <a:headEnd len="sm" w="sm" type="none"/>
            <a:tailEnd len="sm" w="sm" type="none"/>
          </a:ln>
        </p:spPr>
      </p:cxnSp>
      <p:cxnSp>
        <p:nvCxnSpPr>
          <p:cNvPr id="673" name="Google Shape;673;p9"/>
          <p:cNvCxnSpPr/>
          <p:nvPr/>
        </p:nvCxnSpPr>
        <p:spPr>
          <a:xfrm>
            <a:off x="5897880" y="2606040"/>
            <a:ext cx="0" cy="201168"/>
          </a:xfrm>
          <a:prstGeom prst="straightConnector1">
            <a:avLst/>
          </a:prstGeom>
          <a:noFill/>
          <a:ln cap="flat" cmpd="sng" w="15875">
            <a:solidFill>
              <a:srgbClr val="0A0A0A"/>
            </a:solidFill>
            <a:prstDash val="solid"/>
            <a:round/>
            <a:headEnd len="sm" w="sm" type="none"/>
            <a:tailEnd len="sm" w="sm" type="none"/>
          </a:ln>
        </p:spPr>
      </p:cxnSp>
      <p:cxnSp>
        <p:nvCxnSpPr>
          <p:cNvPr id="674" name="Google Shape;674;p9"/>
          <p:cNvCxnSpPr/>
          <p:nvPr/>
        </p:nvCxnSpPr>
        <p:spPr>
          <a:xfrm>
            <a:off x="11622024" y="2606040"/>
            <a:ext cx="201168" cy="0"/>
          </a:xfrm>
          <a:prstGeom prst="straightConnector1">
            <a:avLst/>
          </a:prstGeom>
          <a:noFill/>
          <a:ln cap="flat" cmpd="sng" w="15875">
            <a:solidFill>
              <a:srgbClr val="0A0A0A"/>
            </a:solidFill>
            <a:prstDash val="solid"/>
            <a:round/>
            <a:headEnd len="sm" w="sm" type="none"/>
            <a:tailEnd len="sm" w="sm" type="none"/>
          </a:ln>
        </p:spPr>
      </p:cxnSp>
      <p:cxnSp>
        <p:nvCxnSpPr>
          <p:cNvPr id="675" name="Google Shape;675;p9"/>
          <p:cNvCxnSpPr/>
          <p:nvPr/>
        </p:nvCxnSpPr>
        <p:spPr>
          <a:xfrm>
            <a:off x="11823192" y="2606040"/>
            <a:ext cx="0" cy="201168"/>
          </a:xfrm>
          <a:prstGeom prst="straightConnector1">
            <a:avLst/>
          </a:prstGeom>
          <a:noFill/>
          <a:ln cap="flat" cmpd="sng" w="15875">
            <a:solidFill>
              <a:srgbClr val="0A0A0A"/>
            </a:solidFill>
            <a:prstDash val="solid"/>
            <a:round/>
            <a:headEnd len="sm" w="sm" type="none"/>
            <a:tailEnd len="sm" w="sm" type="none"/>
          </a:ln>
        </p:spPr>
      </p:cxnSp>
      <p:cxnSp>
        <p:nvCxnSpPr>
          <p:cNvPr id="676" name="Google Shape;676;p9"/>
          <p:cNvCxnSpPr/>
          <p:nvPr/>
        </p:nvCxnSpPr>
        <p:spPr>
          <a:xfrm>
            <a:off x="5897880" y="6629400"/>
            <a:ext cx="0" cy="201168"/>
          </a:xfrm>
          <a:prstGeom prst="straightConnector1">
            <a:avLst/>
          </a:prstGeom>
          <a:noFill/>
          <a:ln cap="flat" cmpd="sng" w="15875">
            <a:solidFill>
              <a:srgbClr val="0A0A0A"/>
            </a:solidFill>
            <a:prstDash val="solid"/>
            <a:round/>
            <a:headEnd len="sm" w="sm" type="none"/>
            <a:tailEnd len="sm" w="sm" type="none"/>
          </a:ln>
        </p:spPr>
      </p:cxnSp>
      <p:cxnSp>
        <p:nvCxnSpPr>
          <p:cNvPr id="677" name="Google Shape;677;p9"/>
          <p:cNvCxnSpPr/>
          <p:nvPr/>
        </p:nvCxnSpPr>
        <p:spPr>
          <a:xfrm>
            <a:off x="5897880" y="6830568"/>
            <a:ext cx="201168" cy="0"/>
          </a:xfrm>
          <a:prstGeom prst="straightConnector1">
            <a:avLst/>
          </a:prstGeom>
          <a:noFill/>
          <a:ln cap="flat" cmpd="sng" w="15875">
            <a:solidFill>
              <a:srgbClr val="0A0A0A"/>
            </a:solidFill>
            <a:prstDash val="solid"/>
            <a:round/>
            <a:headEnd len="sm" w="sm" type="none"/>
            <a:tailEnd len="sm" w="sm" type="none"/>
          </a:ln>
        </p:spPr>
      </p:cxnSp>
      <p:cxnSp>
        <p:nvCxnSpPr>
          <p:cNvPr id="678" name="Google Shape;678;p9"/>
          <p:cNvCxnSpPr/>
          <p:nvPr/>
        </p:nvCxnSpPr>
        <p:spPr>
          <a:xfrm>
            <a:off x="11622024" y="6830568"/>
            <a:ext cx="201168" cy="0"/>
          </a:xfrm>
          <a:prstGeom prst="straightConnector1">
            <a:avLst/>
          </a:prstGeom>
          <a:noFill/>
          <a:ln cap="flat" cmpd="sng" w="15875">
            <a:solidFill>
              <a:srgbClr val="0A0A0A"/>
            </a:solidFill>
            <a:prstDash val="solid"/>
            <a:round/>
            <a:headEnd len="sm" w="sm" type="none"/>
            <a:tailEnd len="sm" w="sm" type="none"/>
          </a:ln>
        </p:spPr>
      </p:cxnSp>
      <p:cxnSp>
        <p:nvCxnSpPr>
          <p:cNvPr id="679" name="Google Shape;679;p9"/>
          <p:cNvCxnSpPr/>
          <p:nvPr/>
        </p:nvCxnSpPr>
        <p:spPr>
          <a:xfrm>
            <a:off x="11823192" y="6629400"/>
            <a:ext cx="0" cy="201168"/>
          </a:xfrm>
          <a:prstGeom prst="straightConnector1">
            <a:avLst/>
          </a:prstGeom>
          <a:noFill/>
          <a:ln cap="flat" cmpd="sng" w="15875">
            <a:solidFill>
              <a:srgbClr val="0A0A0A"/>
            </a:solidFill>
            <a:prstDash val="solid"/>
            <a:round/>
            <a:headEnd len="sm" w="sm" type="none"/>
            <a:tailEnd len="sm" w="sm" type="none"/>
          </a:ln>
        </p:spPr>
      </p:cxnSp>
      <p:pic>
        <p:nvPicPr>
          <p:cNvPr id="680" name="Google Shape;680;p9"/>
          <p:cNvPicPr preferRelativeResize="0"/>
          <p:nvPr/>
        </p:nvPicPr>
        <p:blipFill rotWithShape="1">
          <a:blip r:embed="rId3">
            <a:alphaModFix/>
          </a:blip>
          <a:srcRect b="13970" l="0" r="45079" t="5372"/>
          <a:stretch/>
        </p:blipFill>
        <p:spPr>
          <a:xfrm>
            <a:off x="6755125" y="2657837"/>
            <a:ext cx="3510226" cy="41233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5" name="Shape 685"/>
        <p:cNvGrpSpPr/>
        <p:nvPr/>
      </p:nvGrpSpPr>
      <p:grpSpPr>
        <a:xfrm>
          <a:off x="0" y="0"/>
          <a:ext cx="0" cy="0"/>
          <a:chOff x="0" y="0"/>
          <a:chExt cx="0" cy="0"/>
        </a:xfrm>
      </p:grpSpPr>
      <p:cxnSp>
        <p:nvCxnSpPr>
          <p:cNvPr id="686" name="Google Shape;686;p10"/>
          <p:cNvCxnSpPr/>
          <p:nvPr/>
        </p:nvCxnSpPr>
        <p:spPr>
          <a:xfrm>
            <a:off x="11247120" y="868680"/>
            <a:ext cx="502920" cy="182880"/>
          </a:xfrm>
          <a:prstGeom prst="straightConnector1">
            <a:avLst/>
          </a:prstGeom>
          <a:noFill/>
          <a:ln cap="flat" cmpd="sng" w="9525">
            <a:solidFill>
              <a:srgbClr val="9CA3AF"/>
            </a:solidFill>
            <a:prstDash val="solid"/>
            <a:round/>
            <a:headEnd len="sm" w="sm" type="none"/>
            <a:tailEnd len="sm" w="sm" type="none"/>
          </a:ln>
        </p:spPr>
      </p:cxnSp>
      <p:cxnSp>
        <p:nvCxnSpPr>
          <p:cNvPr id="687" name="Google Shape;687;p10"/>
          <p:cNvCxnSpPr/>
          <p:nvPr/>
        </p:nvCxnSpPr>
        <p:spPr>
          <a:xfrm flipH="1">
            <a:off x="11018520" y="868680"/>
            <a:ext cx="228600" cy="411480"/>
          </a:xfrm>
          <a:prstGeom prst="straightConnector1">
            <a:avLst/>
          </a:prstGeom>
          <a:noFill/>
          <a:ln cap="flat" cmpd="sng" w="9525">
            <a:solidFill>
              <a:srgbClr val="9CA3AF"/>
            </a:solidFill>
            <a:prstDash val="solid"/>
            <a:round/>
            <a:headEnd len="sm" w="sm" type="none"/>
            <a:tailEnd len="sm" w="sm" type="none"/>
          </a:ln>
        </p:spPr>
      </p:cxnSp>
      <p:cxnSp>
        <p:nvCxnSpPr>
          <p:cNvPr id="688" name="Google Shape;688;p10"/>
          <p:cNvCxnSpPr/>
          <p:nvPr/>
        </p:nvCxnSpPr>
        <p:spPr>
          <a:xfrm>
            <a:off x="11018520" y="1280160"/>
            <a:ext cx="457200" cy="137160"/>
          </a:xfrm>
          <a:prstGeom prst="straightConnector1">
            <a:avLst/>
          </a:prstGeom>
          <a:noFill/>
          <a:ln cap="flat" cmpd="sng" w="9525">
            <a:solidFill>
              <a:srgbClr val="9CA3AF"/>
            </a:solidFill>
            <a:prstDash val="solid"/>
            <a:round/>
            <a:headEnd len="sm" w="sm" type="none"/>
            <a:tailEnd len="sm" w="sm" type="none"/>
          </a:ln>
        </p:spPr>
      </p:cxnSp>
      <p:cxnSp>
        <p:nvCxnSpPr>
          <p:cNvPr id="689" name="Google Shape;689;p10"/>
          <p:cNvCxnSpPr/>
          <p:nvPr/>
        </p:nvCxnSpPr>
        <p:spPr>
          <a:xfrm flipH="1">
            <a:off x="11475720" y="1051560"/>
            <a:ext cx="274320" cy="365760"/>
          </a:xfrm>
          <a:prstGeom prst="straightConnector1">
            <a:avLst/>
          </a:prstGeom>
          <a:noFill/>
          <a:ln cap="flat" cmpd="sng" w="9525">
            <a:solidFill>
              <a:srgbClr val="9CA3AF"/>
            </a:solidFill>
            <a:prstDash val="solid"/>
            <a:round/>
            <a:headEnd len="sm" w="sm" type="none"/>
            <a:tailEnd len="sm" w="sm" type="none"/>
          </a:ln>
        </p:spPr>
      </p:cxnSp>
      <p:sp>
        <p:nvSpPr>
          <p:cNvPr id="690" name="Google Shape;690;p10"/>
          <p:cNvSpPr/>
          <p:nvPr/>
        </p:nvSpPr>
        <p:spPr>
          <a:xfrm>
            <a:off x="11210544" y="83210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0"/>
          <p:cNvSpPr/>
          <p:nvPr/>
        </p:nvSpPr>
        <p:spPr>
          <a:xfrm>
            <a:off x="11713464" y="101498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0"/>
          <p:cNvSpPr/>
          <p:nvPr/>
        </p:nvSpPr>
        <p:spPr>
          <a:xfrm>
            <a:off x="11439144" y="138074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0"/>
          <p:cNvSpPr/>
          <p:nvPr/>
        </p:nvSpPr>
        <p:spPr>
          <a:xfrm>
            <a:off x="10981944" y="1243584"/>
            <a:ext cx="73152" cy="73152"/>
          </a:xfrm>
          <a:prstGeom prst="ellipse">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0"/>
          <p:cNvSpPr/>
          <p:nvPr/>
        </p:nvSpPr>
        <p:spPr>
          <a:xfrm>
            <a:off x="457200" y="27432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00"/>
              <a:buFont typeface="Courier New"/>
              <a:buNone/>
            </a:pPr>
            <a:r>
              <a:rPr b="1" i="0" lang="en-US" sz="1000" u="none" cap="none" strike="noStrike">
                <a:solidFill>
                  <a:srgbClr val="000000"/>
                </a:solidFill>
                <a:latin typeface="Courier New"/>
                <a:ea typeface="Courier New"/>
                <a:cs typeface="Courier New"/>
                <a:sym typeface="Courier New"/>
              </a:rPr>
              <a:t>TRACE.SPACE</a:t>
            </a:r>
            <a:endParaRPr b="0" i="0" sz="1000" u="none" cap="none" strike="noStrike">
              <a:solidFill>
                <a:schemeClr val="dk1"/>
              </a:solidFill>
              <a:latin typeface="Calibri"/>
              <a:ea typeface="Calibri"/>
              <a:cs typeface="Calibri"/>
              <a:sym typeface="Calibri"/>
            </a:endParaRPr>
          </a:p>
        </p:txBody>
      </p:sp>
      <p:sp>
        <p:nvSpPr>
          <p:cNvPr id="695" name="Google Shape;695;p10"/>
          <p:cNvSpPr/>
          <p:nvPr/>
        </p:nvSpPr>
        <p:spPr>
          <a:xfrm>
            <a:off x="10332720" y="274320"/>
            <a:ext cx="13716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ourier New"/>
              <a:buNone/>
            </a:pPr>
            <a:r>
              <a:rPr b="0" i="0" lang="en-US" sz="900" u="none" cap="none" strike="noStrike">
                <a:solidFill>
                  <a:srgbClr val="6B7280"/>
                </a:solidFill>
                <a:latin typeface="Courier New"/>
                <a:ea typeface="Courier New"/>
                <a:cs typeface="Courier New"/>
                <a:sym typeface="Courier New"/>
              </a:rPr>
              <a:t>07 / 07</a:t>
            </a:r>
            <a:endParaRPr b="0" i="0" sz="900" u="none" cap="none" strike="noStrike">
              <a:solidFill>
                <a:schemeClr val="dk1"/>
              </a:solidFill>
              <a:latin typeface="Calibri"/>
              <a:ea typeface="Calibri"/>
              <a:cs typeface="Calibri"/>
              <a:sym typeface="Calibri"/>
            </a:endParaRPr>
          </a:p>
        </p:txBody>
      </p:sp>
      <p:cxnSp>
        <p:nvCxnSpPr>
          <p:cNvPr id="696" name="Google Shape;696;p10"/>
          <p:cNvCxnSpPr/>
          <p:nvPr/>
        </p:nvCxnSpPr>
        <p:spPr>
          <a:xfrm>
            <a:off x="457200" y="594360"/>
            <a:ext cx="11274552" cy="0"/>
          </a:xfrm>
          <a:prstGeom prst="straightConnector1">
            <a:avLst/>
          </a:prstGeom>
          <a:noFill/>
          <a:ln cap="flat" cmpd="sng" w="9525">
            <a:solidFill>
              <a:srgbClr val="D1D5DB"/>
            </a:solidFill>
            <a:prstDash val="solid"/>
            <a:round/>
            <a:headEnd len="sm" w="sm" type="none"/>
            <a:tailEnd len="sm" w="sm" type="none"/>
          </a:ln>
        </p:spPr>
      </p:cxnSp>
      <p:cxnSp>
        <p:nvCxnSpPr>
          <p:cNvPr id="697" name="Google Shape;697;p10"/>
          <p:cNvCxnSpPr/>
          <p:nvPr/>
        </p:nvCxnSpPr>
        <p:spPr>
          <a:xfrm>
            <a:off x="365760" y="777240"/>
            <a:ext cx="11430000" cy="0"/>
          </a:xfrm>
          <a:prstGeom prst="straightConnector1">
            <a:avLst/>
          </a:prstGeom>
          <a:noFill/>
          <a:ln cap="flat" cmpd="sng" w="9525">
            <a:solidFill>
              <a:srgbClr val="D1D5DB"/>
            </a:solidFill>
            <a:prstDash val="solid"/>
            <a:round/>
            <a:headEnd len="sm" w="sm" type="none"/>
            <a:tailEnd len="sm" w="sm" type="none"/>
          </a:ln>
        </p:spPr>
      </p:cxnSp>
      <p:cxnSp>
        <p:nvCxnSpPr>
          <p:cNvPr id="698" name="Google Shape;698;p10"/>
          <p:cNvCxnSpPr/>
          <p:nvPr/>
        </p:nvCxnSpPr>
        <p:spPr>
          <a:xfrm>
            <a:off x="365760" y="1645920"/>
            <a:ext cx="11430000" cy="0"/>
          </a:xfrm>
          <a:prstGeom prst="straightConnector1">
            <a:avLst/>
          </a:prstGeom>
          <a:noFill/>
          <a:ln cap="flat" cmpd="sng" w="9525">
            <a:solidFill>
              <a:srgbClr val="D1D5DB"/>
            </a:solidFill>
            <a:prstDash val="solid"/>
            <a:round/>
            <a:headEnd len="sm" w="sm" type="none"/>
            <a:tailEnd len="sm" w="sm" type="none"/>
          </a:ln>
        </p:spPr>
      </p:cxnSp>
      <p:cxnSp>
        <p:nvCxnSpPr>
          <p:cNvPr id="699" name="Google Shape;699;p10"/>
          <p:cNvCxnSpPr/>
          <p:nvPr/>
        </p:nvCxnSpPr>
        <p:spPr>
          <a:xfrm>
            <a:off x="365760" y="777240"/>
            <a:ext cx="0" cy="868680"/>
          </a:xfrm>
          <a:prstGeom prst="straightConnector1">
            <a:avLst/>
          </a:prstGeom>
          <a:noFill/>
          <a:ln cap="flat" cmpd="sng" w="9525">
            <a:solidFill>
              <a:srgbClr val="D1D5DB"/>
            </a:solidFill>
            <a:prstDash val="solid"/>
            <a:round/>
            <a:headEnd len="sm" w="sm" type="none"/>
            <a:tailEnd len="sm" w="sm" type="none"/>
          </a:ln>
        </p:spPr>
      </p:cxnSp>
      <p:cxnSp>
        <p:nvCxnSpPr>
          <p:cNvPr id="700" name="Google Shape;700;p10"/>
          <p:cNvCxnSpPr/>
          <p:nvPr/>
        </p:nvCxnSpPr>
        <p:spPr>
          <a:xfrm>
            <a:off x="11795760" y="777240"/>
            <a:ext cx="0" cy="868680"/>
          </a:xfrm>
          <a:prstGeom prst="straightConnector1">
            <a:avLst/>
          </a:prstGeom>
          <a:noFill/>
          <a:ln cap="flat" cmpd="sng" w="9525">
            <a:solidFill>
              <a:srgbClr val="D1D5DB"/>
            </a:solidFill>
            <a:prstDash val="solid"/>
            <a:round/>
            <a:headEnd len="sm" w="sm" type="none"/>
            <a:tailEnd len="sm" w="sm" type="none"/>
          </a:ln>
        </p:spPr>
      </p:cxnSp>
      <p:cxnSp>
        <p:nvCxnSpPr>
          <p:cNvPr id="701" name="Google Shape;701;p10"/>
          <p:cNvCxnSpPr/>
          <p:nvPr/>
        </p:nvCxnSpPr>
        <p:spPr>
          <a:xfrm>
            <a:off x="365760" y="777240"/>
            <a:ext cx="201168" cy="0"/>
          </a:xfrm>
          <a:prstGeom prst="straightConnector1">
            <a:avLst/>
          </a:prstGeom>
          <a:noFill/>
          <a:ln cap="flat" cmpd="sng" w="12700">
            <a:solidFill>
              <a:srgbClr val="0A0A0A"/>
            </a:solidFill>
            <a:prstDash val="solid"/>
            <a:round/>
            <a:headEnd len="sm" w="sm" type="none"/>
            <a:tailEnd len="sm" w="sm" type="none"/>
          </a:ln>
        </p:spPr>
      </p:cxnSp>
      <p:cxnSp>
        <p:nvCxnSpPr>
          <p:cNvPr id="702" name="Google Shape;702;p10"/>
          <p:cNvCxnSpPr/>
          <p:nvPr/>
        </p:nvCxnSpPr>
        <p:spPr>
          <a:xfrm>
            <a:off x="365760" y="777240"/>
            <a:ext cx="0" cy="201168"/>
          </a:xfrm>
          <a:prstGeom prst="straightConnector1">
            <a:avLst/>
          </a:prstGeom>
          <a:noFill/>
          <a:ln cap="flat" cmpd="sng" w="12700">
            <a:solidFill>
              <a:srgbClr val="0A0A0A"/>
            </a:solidFill>
            <a:prstDash val="solid"/>
            <a:round/>
            <a:headEnd len="sm" w="sm" type="none"/>
            <a:tailEnd len="sm" w="sm" type="none"/>
          </a:ln>
        </p:spPr>
      </p:cxnSp>
      <p:cxnSp>
        <p:nvCxnSpPr>
          <p:cNvPr id="703" name="Google Shape;703;p10"/>
          <p:cNvCxnSpPr/>
          <p:nvPr/>
        </p:nvCxnSpPr>
        <p:spPr>
          <a:xfrm>
            <a:off x="11594592" y="777240"/>
            <a:ext cx="201168" cy="0"/>
          </a:xfrm>
          <a:prstGeom prst="straightConnector1">
            <a:avLst/>
          </a:prstGeom>
          <a:noFill/>
          <a:ln cap="flat" cmpd="sng" w="12700">
            <a:solidFill>
              <a:srgbClr val="0A0A0A"/>
            </a:solidFill>
            <a:prstDash val="solid"/>
            <a:round/>
            <a:headEnd len="sm" w="sm" type="none"/>
            <a:tailEnd len="sm" w="sm" type="none"/>
          </a:ln>
        </p:spPr>
      </p:cxnSp>
      <p:cxnSp>
        <p:nvCxnSpPr>
          <p:cNvPr id="704" name="Google Shape;704;p10"/>
          <p:cNvCxnSpPr/>
          <p:nvPr/>
        </p:nvCxnSpPr>
        <p:spPr>
          <a:xfrm>
            <a:off x="11795760" y="777240"/>
            <a:ext cx="0" cy="201168"/>
          </a:xfrm>
          <a:prstGeom prst="straightConnector1">
            <a:avLst/>
          </a:prstGeom>
          <a:noFill/>
          <a:ln cap="flat" cmpd="sng" w="12700">
            <a:solidFill>
              <a:srgbClr val="0A0A0A"/>
            </a:solidFill>
            <a:prstDash val="solid"/>
            <a:round/>
            <a:headEnd len="sm" w="sm" type="none"/>
            <a:tailEnd len="sm" w="sm" type="none"/>
          </a:ln>
        </p:spPr>
      </p:cxnSp>
      <p:cxnSp>
        <p:nvCxnSpPr>
          <p:cNvPr id="705" name="Google Shape;705;p10"/>
          <p:cNvCxnSpPr/>
          <p:nvPr/>
        </p:nvCxnSpPr>
        <p:spPr>
          <a:xfrm>
            <a:off x="365760" y="1444752"/>
            <a:ext cx="0" cy="201168"/>
          </a:xfrm>
          <a:prstGeom prst="straightConnector1">
            <a:avLst/>
          </a:prstGeom>
          <a:noFill/>
          <a:ln cap="flat" cmpd="sng" w="12700">
            <a:solidFill>
              <a:srgbClr val="0A0A0A"/>
            </a:solidFill>
            <a:prstDash val="solid"/>
            <a:round/>
            <a:headEnd len="sm" w="sm" type="none"/>
            <a:tailEnd len="sm" w="sm" type="none"/>
          </a:ln>
        </p:spPr>
      </p:cxnSp>
      <p:cxnSp>
        <p:nvCxnSpPr>
          <p:cNvPr id="706" name="Google Shape;706;p10"/>
          <p:cNvCxnSpPr/>
          <p:nvPr/>
        </p:nvCxnSpPr>
        <p:spPr>
          <a:xfrm>
            <a:off x="365760" y="1645920"/>
            <a:ext cx="201168" cy="0"/>
          </a:xfrm>
          <a:prstGeom prst="straightConnector1">
            <a:avLst/>
          </a:prstGeom>
          <a:noFill/>
          <a:ln cap="flat" cmpd="sng" w="12700">
            <a:solidFill>
              <a:srgbClr val="0A0A0A"/>
            </a:solidFill>
            <a:prstDash val="solid"/>
            <a:round/>
            <a:headEnd len="sm" w="sm" type="none"/>
            <a:tailEnd len="sm" w="sm" type="none"/>
          </a:ln>
        </p:spPr>
      </p:cxnSp>
      <p:cxnSp>
        <p:nvCxnSpPr>
          <p:cNvPr id="707" name="Google Shape;707;p10"/>
          <p:cNvCxnSpPr/>
          <p:nvPr/>
        </p:nvCxnSpPr>
        <p:spPr>
          <a:xfrm>
            <a:off x="11594592" y="1645920"/>
            <a:ext cx="201168" cy="0"/>
          </a:xfrm>
          <a:prstGeom prst="straightConnector1">
            <a:avLst/>
          </a:prstGeom>
          <a:noFill/>
          <a:ln cap="flat" cmpd="sng" w="12700">
            <a:solidFill>
              <a:srgbClr val="0A0A0A"/>
            </a:solidFill>
            <a:prstDash val="solid"/>
            <a:round/>
            <a:headEnd len="sm" w="sm" type="none"/>
            <a:tailEnd len="sm" w="sm" type="none"/>
          </a:ln>
        </p:spPr>
      </p:cxnSp>
      <p:cxnSp>
        <p:nvCxnSpPr>
          <p:cNvPr id="708" name="Google Shape;708;p10"/>
          <p:cNvCxnSpPr/>
          <p:nvPr/>
        </p:nvCxnSpPr>
        <p:spPr>
          <a:xfrm>
            <a:off x="11795760" y="1444752"/>
            <a:ext cx="0" cy="201168"/>
          </a:xfrm>
          <a:prstGeom prst="straightConnector1">
            <a:avLst/>
          </a:prstGeom>
          <a:noFill/>
          <a:ln cap="flat" cmpd="sng" w="12700">
            <a:solidFill>
              <a:srgbClr val="0A0A0A"/>
            </a:solidFill>
            <a:prstDash val="solid"/>
            <a:round/>
            <a:headEnd len="sm" w="sm" type="none"/>
            <a:tailEnd len="sm" w="sm" type="none"/>
          </a:ln>
        </p:spPr>
      </p:cxnSp>
      <p:sp>
        <p:nvSpPr>
          <p:cNvPr id="709" name="Google Shape;709;p10"/>
          <p:cNvSpPr/>
          <p:nvPr/>
        </p:nvSpPr>
        <p:spPr>
          <a:xfrm>
            <a:off x="457200" y="868680"/>
            <a:ext cx="112471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400"/>
              <a:buFont typeface="Arial Black"/>
              <a:buNone/>
            </a:pPr>
            <a:r>
              <a:rPr b="1" i="0" lang="en-US" sz="3400" u="none" cap="none" strike="noStrike">
                <a:solidFill>
                  <a:srgbClr val="000000"/>
                </a:solidFill>
                <a:latin typeface="Arial Black"/>
                <a:ea typeface="Arial Black"/>
                <a:cs typeface="Arial Black"/>
                <a:sym typeface="Arial Black"/>
              </a:rPr>
              <a:t>How we'll measure success</a:t>
            </a:r>
            <a:endParaRPr b="0" i="0" sz="3400" u="none" cap="none" strike="noStrike">
              <a:solidFill>
                <a:schemeClr val="dk1"/>
              </a:solidFill>
              <a:latin typeface="Calibri"/>
              <a:ea typeface="Calibri"/>
              <a:cs typeface="Calibri"/>
              <a:sym typeface="Calibri"/>
            </a:endParaRPr>
          </a:p>
        </p:txBody>
      </p:sp>
      <p:sp>
        <p:nvSpPr>
          <p:cNvPr id="710" name="Google Shape;710;p10"/>
          <p:cNvSpPr/>
          <p:nvPr/>
        </p:nvSpPr>
        <p:spPr>
          <a:xfrm>
            <a:off x="457200" y="1755648"/>
            <a:ext cx="11247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400"/>
              <a:buFont typeface="Courier New"/>
              <a:buNone/>
            </a:pPr>
            <a:r>
              <a:rPr b="1" i="0" lang="en-US" sz="1400" u="none" cap="none" strike="noStrike">
                <a:solidFill>
                  <a:srgbClr val="5B21B6"/>
                </a:solidFill>
                <a:latin typeface="Courier New"/>
                <a:ea typeface="Courier New"/>
                <a:cs typeface="Courier New"/>
                <a:sym typeface="Courier New"/>
              </a:rPr>
              <a:t>FIRST 30 DAYS</a:t>
            </a:r>
            <a:endParaRPr b="0" i="0" sz="1400" u="none" cap="none" strike="noStrike">
              <a:solidFill>
                <a:schemeClr val="dk1"/>
              </a:solidFill>
              <a:latin typeface="Calibri"/>
              <a:ea typeface="Calibri"/>
              <a:cs typeface="Calibri"/>
              <a:sym typeface="Calibri"/>
            </a:endParaRPr>
          </a:p>
        </p:txBody>
      </p:sp>
      <p:cxnSp>
        <p:nvCxnSpPr>
          <p:cNvPr id="711" name="Google Shape;711;p10"/>
          <p:cNvCxnSpPr/>
          <p:nvPr/>
        </p:nvCxnSpPr>
        <p:spPr>
          <a:xfrm>
            <a:off x="365760" y="2423160"/>
            <a:ext cx="3666744" cy="0"/>
          </a:xfrm>
          <a:prstGeom prst="straightConnector1">
            <a:avLst/>
          </a:prstGeom>
          <a:noFill/>
          <a:ln cap="flat" cmpd="sng" w="9525">
            <a:solidFill>
              <a:srgbClr val="D1D5DB"/>
            </a:solidFill>
            <a:prstDash val="solid"/>
            <a:round/>
            <a:headEnd len="sm" w="sm" type="none"/>
            <a:tailEnd len="sm" w="sm" type="none"/>
          </a:ln>
        </p:spPr>
      </p:cxnSp>
      <p:cxnSp>
        <p:nvCxnSpPr>
          <p:cNvPr id="712" name="Google Shape;712;p10"/>
          <p:cNvCxnSpPr/>
          <p:nvPr/>
        </p:nvCxnSpPr>
        <p:spPr>
          <a:xfrm>
            <a:off x="365760" y="6355080"/>
            <a:ext cx="3666744" cy="0"/>
          </a:xfrm>
          <a:prstGeom prst="straightConnector1">
            <a:avLst/>
          </a:prstGeom>
          <a:noFill/>
          <a:ln cap="flat" cmpd="sng" w="9525">
            <a:solidFill>
              <a:srgbClr val="D1D5DB"/>
            </a:solidFill>
            <a:prstDash val="solid"/>
            <a:round/>
            <a:headEnd len="sm" w="sm" type="none"/>
            <a:tailEnd len="sm" w="sm" type="none"/>
          </a:ln>
        </p:spPr>
      </p:cxnSp>
      <p:cxnSp>
        <p:nvCxnSpPr>
          <p:cNvPr id="713" name="Google Shape;713;p10"/>
          <p:cNvCxnSpPr/>
          <p:nvPr/>
        </p:nvCxnSpPr>
        <p:spPr>
          <a:xfrm>
            <a:off x="365760" y="2423160"/>
            <a:ext cx="0" cy="3931920"/>
          </a:xfrm>
          <a:prstGeom prst="straightConnector1">
            <a:avLst/>
          </a:prstGeom>
          <a:noFill/>
          <a:ln cap="flat" cmpd="sng" w="9525">
            <a:solidFill>
              <a:srgbClr val="D1D5DB"/>
            </a:solidFill>
            <a:prstDash val="solid"/>
            <a:round/>
            <a:headEnd len="sm" w="sm" type="none"/>
            <a:tailEnd len="sm" w="sm" type="none"/>
          </a:ln>
        </p:spPr>
      </p:cxnSp>
      <p:cxnSp>
        <p:nvCxnSpPr>
          <p:cNvPr id="714" name="Google Shape;714;p10"/>
          <p:cNvCxnSpPr/>
          <p:nvPr/>
        </p:nvCxnSpPr>
        <p:spPr>
          <a:xfrm>
            <a:off x="4032504" y="2423160"/>
            <a:ext cx="0" cy="3931920"/>
          </a:xfrm>
          <a:prstGeom prst="straightConnector1">
            <a:avLst/>
          </a:prstGeom>
          <a:noFill/>
          <a:ln cap="flat" cmpd="sng" w="9525">
            <a:solidFill>
              <a:srgbClr val="D1D5DB"/>
            </a:solidFill>
            <a:prstDash val="solid"/>
            <a:round/>
            <a:headEnd len="sm" w="sm" type="none"/>
            <a:tailEnd len="sm" w="sm" type="none"/>
          </a:ln>
        </p:spPr>
      </p:cxnSp>
      <p:cxnSp>
        <p:nvCxnSpPr>
          <p:cNvPr id="715" name="Google Shape;715;p10"/>
          <p:cNvCxnSpPr/>
          <p:nvPr/>
        </p:nvCxnSpPr>
        <p:spPr>
          <a:xfrm>
            <a:off x="365760" y="2423160"/>
            <a:ext cx="219456" cy="0"/>
          </a:xfrm>
          <a:prstGeom prst="straightConnector1">
            <a:avLst/>
          </a:prstGeom>
          <a:noFill/>
          <a:ln cap="flat" cmpd="sng" w="15875">
            <a:solidFill>
              <a:srgbClr val="0A0A0A"/>
            </a:solidFill>
            <a:prstDash val="solid"/>
            <a:round/>
            <a:headEnd len="sm" w="sm" type="none"/>
            <a:tailEnd len="sm" w="sm" type="none"/>
          </a:ln>
        </p:spPr>
      </p:cxnSp>
      <p:cxnSp>
        <p:nvCxnSpPr>
          <p:cNvPr id="716" name="Google Shape;716;p10"/>
          <p:cNvCxnSpPr/>
          <p:nvPr/>
        </p:nvCxnSpPr>
        <p:spPr>
          <a:xfrm>
            <a:off x="365760" y="2423160"/>
            <a:ext cx="0" cy="219456"/>
          </a:xfrm>
          <a:prstGeom prst="straightConnector1">
            <a:avLst/>
          </a:prstGeom>
          <a:noFill/>
          <a:ln cap="flat" cmpd="sng" w="15875">
            <a:solidFill>
              <a:srgbClr val="0A0A0A"/>
            </a:solidFill>
            <a:prstDash val="solid"/>
            <a:round/>
            <a:headEnd len="sm" w="sm" type="none"/>
            <a:tailEnd len="sm" w="sm" type="none"/>
          </a:ln>
        </p:spPr>
      </p:cxnSp>
      <p:cxnSp>
        <p:nvCxnSpPr>
          <p:cNvPr id="717" name="Google Shape;717;p10"/>
          <p:cNvCxnSpPr/>
          <p:nvPr/>
        </p:nvCxnSpPr>
        <p:spPr>
          <a:xfrm>
            <a:off x="3813048" y="2423160"/>
            <a:ext cx="219456" cy="0"/>
          </a:xfrm>
          <a:prstGeom prst="straightConnector1">
            <a:avLst/>
          </a:prstGeom>
          <a:noFill/>
          <a:ln cap="flat" cmpd="sng" w="15875">
            <a:solidFill>
              <a:srgbClr val="0A0A0A"/>
            </a:solidFill>
            <a:prstDash val="solid"/>
            <a:round/>
            <a:headEnd len="sm" w="sm" type="none"/>
            <a:tailEnd len="sm" w="sm" type="none"/>
          </a:ln>
        </p:spPr>
      </p:cxnSp>
      <p:cxnSp>
        <p:nvCxnSpPr>
          <p:cNvPr id="718" name="Google Shape;718;p10"/>
          <p:cNvCxnSpPr/>
          <p:nvPr/>
        </p:nvCxnSpPr>
        <p:spPr>
          <a:xfrm>
            <a:off x="4032504" y="2423160"/>
            <a:ext cx="0" cy="219456"/>
          </a:xfrm>
          <a:prstGeom prst="straightConnector1">
            <a:avLst/>
          </a:prstGeom>
          <a:noFill/>
          <a:ln cap="flat" cmpd="sng" w="15875">
            <a:solidFill>
              <a:srgbClr val="0A0A0A"/>
            </a:solidFill>
            <a:prstDash val="solid"/>
            <a:round/>
            <a:headEnd len="sm" w="sm" type="none"/>
            <a:tailEnd len="sm" w="sm" type="none"/>
          </a:ln>
        </p:spPr>
      </p:cxnSp>
      <p:cxnSp>
        <p:nvCxnSpPr>
          <p:cNvPr id="719" name="Google Shape;719;p10"/>
          <p:cNvCxnSpPr/>
          <p:nvPr/>
        </p:nvCxnSpPr>
        <p:spPr>
          <a:xfrm>
            <a:off x="365760" y="6135624"/>
            <a:ext cx="0" cy="219456"/>
          </a:xfrm>
          <a:prstGeom prst="straightConnector1">
            <a:avLst/>
          </a:prstGeom>
          <a:noFill/>
          <a:ln cap="flat" cmpd="sng" w="15875">
            <a:solidFill>
              <a:srgbClr val="0A0A0A"/>
            </a:solidFill>
            <a:prstDash val="solid"/>
            <a:round/>
            <a:headEnd len="sm" w="sm" type="none"/>
            <a:tailEnd len="sm" w="sm" type="none"/>
          </a:ln>
        </p:spPr>
      </p:cxnSp>
      <p:cxnSp>
        <p:nvCxnSpPr>
          <p:cNvPr id="720" name="Google Shape;720;p10"/>
          <p:cNvCxnSpPr/>
          <p:nvPr/>
        </p:nvCxnSpPr>
        <p:spPr>
          <a:xfrm>
            <a:off x="365760" y="6355080"/>
            <a:ext cx="219456" cy="0"/>
          </a:xfrm>
          <a:prstGeom prst="straightConnector1">
            <a:avLst/>
          </a:prstGeom>
          <a:noFill/>
          <a:ln cap="flat" cmpd="sng" w="15875">
            <a:solidFill>
              <a:srgbClr val="0A0A0A"/>
            </a:solidFill>
            <a:prstDash val="solid"/>
            <a:round/>
            <a:headEnd len="sm" w="sm" type="none"/>
            <a:tailEnd len="sm" w="sm" type="none"/>
          </a:ln>
        </p:spPr>
      </p:cxnSp>
      <p:cxnSp>
        <p:nvCxnSpPr>
          <p:cNvPr id="721" name="Google Shape;721;p10"/>
          <p:cNvCxnSpPr/>
          <p:nvPr/>
        </p:nvCxnSpPr>
        <p:spPr>
          <a:xfrm>
            <a:off x="3813048" y="6355080"/>
            <a:ext cx="219456" cy="0"/>
          </a:xfrm>
          <a:prstGeom prst="straightConnector1">
            <a:avLst/>
          </a:prstGeom>
          <a:noFill/>
          <a:ln cap="flat" cmpd="sng" w="15875">
            <a:solidFill>
              <a:srgbClr val="0A0A0A"/>
            </a:solidFill>
            <a:prstDash val="solid"/>
            <a:round/>
            <a:headEnd len="sm" w="sm" type="none"/>
            <a:tailEnd len="sm" w="sm" type="none"/>
          </a:ln>
        </p:spPr>
      </p:cxnSp>
      <p:cxnSp>
        <p:nvCxnSpPr>
          <p:cNvPr id="722" name="Google Shape;722;p10"/>
          <p:cNvCxnSpPr/>
          <p:nvPr/>
        </p:nvCxnSpPr>
        <p:spPr>
          <a:xfrm>
            <a:off x="4032504" y="6135624"/>
            <a:ext cx="0" cy="219456"/>
          </a:xfrm>
          <a:prstGeom prst="straightConnector1">
            <a:avLst/>
          </a:prstGeom>
          <a:noFill/>
          <a:ln cap="flat" cmpd="sng" w="15875">
            <a:solidFill>
              <a:srgbClr val="0A0A0A"/>
            </a:solidFill>
            <a:prstDash val="solid"/>
            <a:round/>
            <a:headEnd len="sm" w="sm" type="none"/>
            <a:tailEnd len="sm" w="sm" type="none"/>
          </a:ln>
        </p:spPr>
      </p:cxnSp>
      <p:sp>
        <p:nvSpPr>
          <p:cNvPr id="723" name="Google Shape;723;p10"/>
          <p:cNvSpPr/>
          <p:nvPr/>
        </p:nvSpPr>
        <p:spPr>
          <a:xfrm>
            <a:off x="731520" y="2743200"/>
            <a:ext cx="1371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2800"/>
              <a:buFont typeface="Arial Black"/>
              <a:buNone/>
            </a:pPr>
            <a:r>
              <a:rPr b="1" i="0" lang="en-US" sz="2800" u="none" cap="none" strike="noStrike">
                <a:solidFill>
                  <a:srgbClr val="5B21B6"/>
                </a:solidFill>
                <a:latin typeface="Arial Black"/>
                <a:ea typeface="Arial Black"/>
                <a:cs typeface="Arial Black"/>
                <a:sym typeface="Arial Black"/>
              </a:rPr>
              <a:t>01</a:t>
            </a:r>
            <a:endParaRPr b="0" i="0" sz="2800" u="none" cap="none" strike="noStrike">
              <a:solidFill>
                <a:schemeClr val="dk1"/>
              </a:solidFill>
              <a:latin typeface="Calibri"/>
              <a:ea typeface="Calibri"/>
              <a:cs typeface="Calibri"/>
              <a:sym typeface="Calibri"/>
            </a:endParaRPr>
          </a:p>
        </p:txBody>
      </p:sp>
      <p:sp>
        <p:nvSpPr>
          <p:cNvPr id="724" name="Google Shape;724;p10"/>
          <p:cNvSpPr/>
          <p:nvPr/>
        </p:nvSpPr>
        <p:spPr>
          <a:xfrm>
            <a:off x="731520" y="3337560"/>
            <a:ext cx="293522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Courier New"/>
              <a:buNone/>
            </a:pPr>
            <a:r>
              <a:rPr b="1" i="0" lang="en-US" sz="1100" u="none" cap="none" strike="noStrike">
                <a:solidFill>
                  <a:srgbClr val="000000"/>
                </a:solidFill>
                <a:latin typeface="Courier New"/>
                <a:ea typeface="Courier New"/>
                <a:cs typeface="Courier New"/>
                <a:sym typeface="Courier New"/>
              </a:rPr>
              <a:t>LINKEDIN</a:t>
            </a:r>
            <a:endParaRPr b="0" i="0" sz="1100" u="none" cap="none" strike="noStrike">
              <a:solidFill>
                <a:schemeClr val="dk1"/>
              </a:solidFill>
              <a:latin typeface="Calibri"/>
              <a:ea typeface="Calibri"/>
              <a:cs typeface="Calibri"/>
              <a:sym typeface="Calibri"/>
            </a:endParaRPr>
          </a:p>
        </p:txBody>
      </p:sp>
      <p:cxnSp>
        <p:nvCxnSpPr>
          <p:cNvPr id="725" name="Google Shape;725;p10"/>
          <p:cNvCxnSpPr/>
          <p:nvPr/>
        </p:nvCxnSpPr>
        <p:spPr>
          <a:xfrm>
            <a:off x="731520" y="3703320"/>
            <a:ext cx="502920" cy="0"/>
          </a:xfrm>
          <a:prstGeom prst="straightConnector1">
            <a:avLst/>
          </a:prstGeom>
          <a:noFill/>
          <a:ln cap="flat" cmpd="sng" w="12700">
            <a:solidFill>
              <a:srgbClr val="333333"/>
            </a:solidFill>
            <a:prstDash val="solid"/>
            <a:round/>
            <a:headEnd len="sm" w="sm" type="none"/>
            <a:tailEnd len="sm" w="sm" type="none"/>
          </a:ln>
        </p:spPr>
      </p:cxnSp>
      <p:sp>
        <p:nvSpPr>
          <p:cNvPr id="726" name="Google Shape;726;p10"/>
          <p:cNvSpPr/>
          <p:nvPr/>
        </p:nvSpPr>
        <p:spPr>
          <a:xfrm>
            <a:off x="731520" y="3840480"/>
            <a:ext cx="293522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Arial Black"/>
              <a:buNone/>
            </a:pPr>
            <a:r>
              <a:rPr b="1" i="0" lang="en-US" sz="2200" u="none" cap="none" strike="noStrike">
                <a:solidFill>
                  <a:srgbClr val="000000"/>
                </a:solidFill>
                <a:latin typeface="Arial Black"/>
                <a:ea typeface="Arial Black"/>
                <a:cs typeface="Arial Black"/>
                <a:sym typeface="Arial Black"/>
              </a:rPr>
              <a:t>ICP engagement</a:t>
            </a:r>
            <a:endParaRPr b="0" i="0" sz="2200" u="none" cap="none" strike="noStrike">
              <a:solidFill>
                <a:schemeClr val="dk1"/>
              </a:solidFill>
              <a:latin typeface="Calibri"/>
              <a:ea typeface="Calibri"/>
              <a:cs typeface="Calibri"/>
              <a:sym typeface="Calibri"/>
            </a:endParaRPr>
          </a:p>
        </p:txBody>
      </p:sp>
      <p:sp>
        <p:nvSpPr>
          <p:cNvPr id="727" name="Google Shape;727;p10"/>
          <p:cNvSpPr/>
          <p:nvPr/>
        </p:nvSpPr>
        <p:spPr>
          <a:xfrm>
            <a:off x="731520" y="4572000"/>
            <a:ext cx="2935224"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Impressions, comments, and shares from systems engineers and technical leaders — not generic followers.</a:t>
            </a:r>
            <a:endParaRPr b="0" i="0" sz="1200" u="none" cap="none" strike="noStrike">
              <a:solidFill>
                <a:schemeClr val="dk1"/>
              </a:solidFill>
              <a:latin typeface="Calibri"/>
              <a:ea typeface="Calibri"/>
              <a:cs typeface="Calibri"/>
              <a:sym typeface="Calibri"/>
            </a:endParaRPr>
          </a:p>
        </p:txBody>
      </p:sp>
      <p:cxnSp>
        <p:nvCxnSpPr>
          <p:cNvPr id="728" name="Google Shape;728;p10"/>
          <p:cNvCxnSpPr/>
          <p:nvPr/>
        </p:nvCxnSpPr>
        <p:spPr>
          <a:xfrm>
            <a:off x="731520" y="5760720"/>
            <a:ext cx="2935224" cy="0"/>
          </a:xfrm>
          <a:prstGeom prst="straightConnector1">
            <a:avLst/>
          </a:prstGeom>
          <a:noFill/>
          <a:ln cap="flat" cmpd="sng" w="9525">
            <a:solidFill>
              <a:srgbClr val="D1D5DB"/>
            </a:solidFill>
            <a:prstDash val="solid"/>
            <a:round/>
            <a:headEnd len="sm" w="sm" type="none"/>
            <a:tailEnd len="sm" w="sm" type="none"/>
          </a:ln>
        </p:spPr>
      </p:cxnSp>
      <p:sp>
        <p:nvSpPr>
          <p:cNvPr id="729" name="Google Shape;729;p10"/>
          <p:cNvSpPr/>
          <p:nvPr/>
        </p:nvSpPr>
        <p:spPr>
          <a:xfrm>
            <a:off x="731520" y="5852160"/>
            <a:ext cx="293522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100"/>
              <a:buFont typeface="Arial"/>
              <a:buNone/>
            </a:pPr>
            <a:r>
              <a:rPr b="0" i="1" lang="en-US" sz="1100" u="none" cap="none" strike="noStrike">
                <a:solidFill>
                  <a:srgbClr val="5B21B6"/>
                </a:solidFill>
                <a:latin typeface="Arial"/>
                <a:ea typeface="Arial"/>
                <a:cs typeface="Arial"/>
                <a:sym typeface="Arial"/>
              </a:rPr>
              <a:t>Quality of audience over raw count.</a:t>
            </a:r>
            <a:endParaRPr b="0" i="0" sz="1100" u="none" cap="none" strike="noStrike">
              <a:solidFill>
                <a:schemeClr val="dk1"/>
              </a:solidFill>
              <a:latin typeface="Calibri"/>
              <a:ea typeface="Calibri"/>
              <a:cs typeface="Calibri"/>
              <a:sym typeface="Calibri"/>
            </a:endParaRPr>
          </a:p>
        </p:txBody>
      </p:sp>
      <p:cxnSp>
        <p:nvCxnSpPr>
          <p:cNvPr id="730" name="Google Shape;730;p10"/>
          <p:cNvCxnSpPr/>
          <p:nvPr/>
        </p:nvCxnSpPr>
        <p:spPr>
          <a:xfrm>
            <a:off x="4247388" y="2423160"/>
            <a:ext cx="3666744" cy="0"/>
          </a:xfrm>
          <a:prstGeom prst="straightConnector1">
            <a:avLst/>
          </a:prstGeom>
          <a:noFill/>
          <a:ln cap="flat" cmpd="sng" w="9525">
            <a:solidFill>
              <a:srgbClr val="D1D5DB"/>
            </a:solidFill>
            <a:prstDash val="solid"/>
            <a:round/>
            <a:headEnd len="sm" w="sm" type="none"/>
            <a:tailEnd len="sm" w="sm" type="none"/>
          </a:ln>
        </p:spPr>
      </p:cxnSp>
      <p:cxnSp>
        <p:nvCxnSpPr>
          <p:cNvPr id="731" name="Google Shape;731;p10"/>
          <p:cNvCxnSpPr/>
          <p:nvPr/>
        </p:nvCxnSpPr>
        <p:spPr>
          <a:xfrm>
            <a:off x="4247388" y="6355080"/>
            <a:ext cx="3666744" cy="0"/>
          </a:xfrm>
          <a:prstGeom prst="straightConnector1">
            <a:avLst/>
          </a:prstGeom>
          <a:noFill/>
          <a:ln cap="flat" cmpd="sng" w="9525">
            <a:solidFill>
              <a:srgbClr val="D1D5DB"/>
            </a:solidFill>
            <a:prstDash val="solid"/>
            <a:round/>
            <a:headEnd len="sm" w="sm" type="none"/>
            <a:tailEnd len="sm" w="sm" type="none"/>
          </a:ln>
        </p:spPr>
      </p:cxnSp>
      <p:cxnSp>
        <p:nvCxnSpPr>
          <p:cNvPr id="732" name="Google Shape;732;p10"/>
          <p:cNvCxnSpPr/>
          <p:nvPr/>
        </p:nvCxnSpPr>
        <p:spPr>
          <a:xfrm>
            <a:off x="4247388" y="2423160"/>
            <a:ext cx="0" cy="3931920"/>
          </a:xfrm>
          <a:prstGeom prst="straightConnector1">
            <a:avLst/>
          </a:prstGeom>
          <a:noFill/>
          <a:ln cap="flat" cmpd="sng" w="9525">
            <a:solidFill>
              <a:srgbClr val="D1D5DB"/>
            </a:solidFill>
            <a:prstDash val="solid"/>
            <a:round/>
            <a:headEnd len="sm" w="sm" type="none"/>
            <a:tailEnd len="sm" w="sm" type="none"/>
          </a:ln>
        </p:spPr>
      </p:cxnSp>
      <p:cxnSp>
        <p:nvCxnSpPr>
          <p:cNvPr id="733" name="Google Shape;733;p10"/>
          <p:cNvCxnSpPr/>
          <p:nvPr/>
        </p:nvCxnSpPr>
        <p:spPr>
          <a:xfrm>
            <a:off x="7914132" y="2423160"/>
            <a:ext cx="0" cy="3931920"/>
          </a:xfrm>
          <a:prstGeom prst="straightConnector1">
            <a:avLst/>
          </a:prstGeom>
          <a:noFill/>
          <a:ln cap="flat" cmpd="sng" w="9525">
            <a:solidFill>
              <a:srgbClr val="D1D5DB"/>
            </a:solidFill>
            <a:prstDash val="solid"/>
            <a:round/>
            <a:headEnd len="sm" w="sm" type="none"/>
            <a:tailEnd len="sm" w="sm" type="none"/>
          </a:ln>
        </p:spPr>
      </p:cxnSp>
      <p:cxnSp>
        <p:nvCxnSpPr>
          <p:cNvPr id="734" name="Google Shape;734;p10"/>
          <p:cNvCxnSpPr/>
          <p:nvPr/>
        </p:nvCxnSpPr>
        <p:spPr>
          <a:xfrm>
            <a:off x="4247388" y="2423160"/>
            <a:ext cx="219456" cy="0"/>
          </a:xfrm>
          <a:prstGeom prst="straightConnector1">
            <a:avLst/>
          </a:prstGeom>
          <a:noFill/>
          <a:ln cap="flat" cmpd="sng" w="15875">
            <a:solidFill>
              <a:srgbClr val="0A0A0A"/>
            </a:solidFill>
            <a:prstDash val="solid"/>
            <a:round/>
            <a:headEnd len="sm" w="sm" type="none"/>
            <a:tailEnd len="sm" w="sm" type="none"/>
          </a:ln>
        </p:spPr>
      </p:cxnSp>
      <p:cxnSp>
        <p:nvCxnSpPr>
          <p:cNvPr id="735" name="Google Shape;735;p10"/>
          <p:cNvCxnSpPr/>
          <p:nvPr/>
        </p:nvCxnSpPr>
        <p:spPr>
          <a:xfrm>
            <a:off x="4247388" y="2423160"/>
            <a:ext cx="0" cy="219456"/>
          </a:xfrm>
          <a:prstGeom prst="straightConnector1">
            <a:avLst/>
          </a:prstGeom>
          <a:noFill/>
          <a:ln cap="flat" cmpd="sng" w="15875">
            <a:solidFill>
              <a:srgbClr val="0A0A0A"/>
            </a:solidFill>
            <a:prstDash val="solid"/>
            <a:round/>
            <a:headEnd len="sm" w="sm" type="none"/>
            <a:tailEnd len="sm" w="sm" type="none"/>
          </a:ln>
        </p:spPr>
      </p:cxnSp>
      <p:cxnSp>
        <p:nvCxnSpPr>
          <p:cNvPr id="736" name="Google Shape;736;p10"/>
          <p:cNvCxnSpPr/>
          <p:nvPr/>
        </p:nvCxnSpPr>
        <p:spPr>
          <a:xfrm>
            <a:off x="7694676" y="2423160"/>
            <a:ext cx="219456" cy="0"/>
          </a:xfrm>
          <a:prstGeom prst="straightConnector1">
            <a:avLst/>
          </a:prstGeom>
          <a:noFill/>
          <a:ln cap="flat" cmpd="sng" w="15875">
            <a:solidFill>
              <a:srgbClr val="0A0A0A"/>
            </a:solidFill>
            <a:prstDash val="solid"/>
            <a:round/>
            <a:headEnd len="sm" w="sm" type="none"/>
            <a:tailEnd len="sm" w="sm" type="none"/>
          </a:ln>
        </p:spPr>
      </p:cxnSp>
      <p:cxnSp>
        <p:nvCxnSpPr>
          <p:cNvPr id="737" name="Google Shape;737;p10"/>
          <p:cNvCxnSpPr/>
          <p:nvPr/>
        </p:nvCxnSpPr>
        <p:spPr>
          <a:xfrm>
            <a:off x="7914132" y="2423160"/>
            <a:ext cx="0" cy="219456"/>
          </a:xfrm>
          <a:prstGeom prst="straightConnector1">
            <a:avLst/>
          </a:prstGeom>
          <a:noFill/>
          <a:ln cap="flat" cmpd="sng" w="15875">
            <a:solidFill>
              <a:srgbClr val="0A0A0A"/>
            </a:solidFill>
            <a:prstDash val="solid"/>
            <a:round/>
            <a:headEnd len="sm" w="sm" type="none"/>
            <a:tailEnd len="sm" w="sm" type="none"/>
          </a:ln>
        </p:spPr>
      </p:cxnSp>
      <p:cxnSp>
        <p:nvCxnSpPr>
          <p:cNvPr id="738" name="Google Shape;738;p10"/>
          <p:cNvCxnSpPr/>
          <p:nvPr/>
        </p:nvCxnSpPr>
        <p:spPr>
          <a:xfrm>
            <a:off x="4247388" y="6135624"/>
            <a:ext cx="0" cy="219456"/>
          </a:xfrm>
          <a:prstGeom prst="straightConnector1">
            <a:avLst/>
          </a:prstGeom>
          <a:noFill/>
          <a:ln cap="flat" cmpd="sng" w="15875">
            <a:solidFill>
              <a:srgbClr val="0A0A0A"/>
            </a:solidFill>
            <a:prstDash val="solid"/>
            <a:round/>
            <a:headEnd len="sm" w="sm" type="none"/>
            <a:tailEnd len="sm" w="sm" type="none"/>
          </a:ln>
        </p:spPr>
      </p:cxnSp>
      <p:cxnSp>
        <p:nvCxnSpPr>
          <p:cNvPr id="739" name="Google Shape;739;p10"/>
          <p:cNvCxnSpPr/>
          <p:nvPr/>
        </p:nvCxnSpPr>
        <p:spPr>
          <a:xfrm>
            <a:off x="4247388" y="6355080"/>
            <a:ext cx="219456" cy="0"/>
          </a:xfrm>
          <a:prstGeom prst="straightConnector1">
            <a:avLst/>
          </a:prstGeom>
          <a:noFill/>
          <a:ln cap="flat" cmpd="sng" w="15875">
            <a:solidFill>
              <a:srgbClr val="0A0A0A"/>
            </a:solidFill>
            <a:prstDash val="solid"/>
            <a:round/>
            <a:headEnd len="sm" w="sm" type="none"/>
            <a:tailEnd len="sm" w="sm" type="none"/>
          </a:ln>
        </p:spPr>
      </p:cxnSp>
      <p:cxnSp>
        <p:nvCxnSpPr>
          <p:cNvPr id="740" name="Google Shape;740;p10"/>
          <p:cNvCxnSpPr/>
          <p:nvPr/>
        </p:nvCxnSpPr>
        <p:spPr>
          <a:xfrm>
            <a:off x="7694676" y="6355080"/>
            <a:ext cx="219456" cy="0"/>
          </a:xfrm>
          <a:prstGeom prst="straightConnector1">
            <a:avLst/>
          </a:prstGeom>
          <a:noFill/>
          <a:ln cap="flat" cmpd="sng" w="15875">
            <a:solidFill>
              <a:srgbClr val="0A0A0A"/>
            </a:solidFill>
            <a:prstDash val="solid"/>
            <a:round/>
            <a:headEnd len="sm" w="sm" type="none"/>
            <a:tailEnd len="sm" w="sm" type="none"/>
          </a:ln>
        </p:spPr>
      </p:cxnSp>
      <p:cxnSp>
        <p:nvCxnSpPr>
          <p:cNvPr id="741" name="Google Shape;741;p10"/>
          <p:cNvCxnSpPr/>
          <p:nvPr/>
        </p:nvCxnSpPr>
        <p:spPr>
          <a:xfrm>
            <a:off x="7914132" y="6135624"/>
            <a:ext cx="0" cy="219456"/>
          </a:xfrm>
          <a:prstGeom prst="straightConnector1">
            <a:avLst/>
          </a:prstGeom>
          <a:noFill/>
          <a:ln cap="flat" cmpd="sng" w="15875">
            <a:solidFill>
              <a:srgbClr val="0A0A0A"/>
            </a:solidFill>
            <a:prstDash val="solid"/>
            <a:round/>
            <a:headEnd len="sm" w="sm" type="none"/>
            <a:tailEnd len="sm" w="sm" type="none"/>
          </a:ln>
        </p:spPr>
      </p:cxnSp>
      <p:sp>
        <p:nvSpPr>
          <p:cNvPr id="742" name="Google Shape;742;p10"/>
          <p:cNvSpPr/>
          <p:nvPr/>
        </p:nvSpPr>
        <p:spPr>
          <a:xfrm>
            <a:off x="4613148" y="2743200"/>
            <a:ext cx="1371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2800"/>
              <a:buFont typeface="Arial Black"/>
              <a:buNone/>
            </a:pPr>
            <a:r>
              <a:rPr b="1" i="0" lang="en-US" sz="2800" u="none" cap="none" strike="noStrike">
                <a:solidFill>
                  <a:srgbClr val="5B21B6"/>
                </a:solidFill>
                <a:latin typeface="Arial Black"/>
                <a:ea typeface="Arial Black"/>
                <a:cs typeface="Arial Black"/>
                <a:sym typeface="Arial Black"/>
              </a:rPr>
              <a:t>02</a:t>
            </a:r>
            <a:endParaRPr b="0" i="0" sz="2800" u="none" cap="none" strike="noStrike">
              <a:solidFill>
                <a:schemeClr val="dk1"/>
              </a:solidFill>
              <a:latin typeface="Calibri"/>
              <a:ea typeface="Calibri"/>
              <a:cs typeface="Calibri"/>
              <a:sym typeface="Calibri"/>
            </a:endParaRPr>
          </a:p>
        </p:txBody>
      </p:sp>
      <p:sp>
        <p:nvSpPr>
          <p:cNvPr id="743" name="Google Shape;743;p10"/>
          <p:cNvSpPr/>
          <p:nvPr/>
        </p:nvSpPr>
        <p:spPr>
          <a:xfrm>
            <a:off x="4613148" y="3337560"/>
            <a:ext cx="293522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Courier New"/>
              <a:buNone/>
            </a:pPr>
            <a:r>
              <a:rPr b="1" i="0" lang="en-US" sz="1100" u="none" cap="none" strike="noStrike">
                <a:solidFill>
                  <a:srgbClr val="000000"/>
                </a:solidFill>
                <a:latin typeface="Courier New"/>
                <a:ea typeface="Courier New"/>
                <a:cs typeface="Courier New"/>
                <a:sym typeface="Courier New"/>
              </a:rPr>
              <a:t>REDDIT</a:t>
            </a:r>
            <a:endParaRPr b="0" i="0" sz="1100" u="none" cap="none" strike="noStrike">
              <a:solidFill>
                <a:schemeClr val="dk1"/>
              </a:solidFill>
              <a:latin typeface="Calibri"/>
              <a:ea typeface="Calibri"/>
              <a:cs typeface="Calibri"/>
              <a:sym typeface="Calibri"/>
            </a:endParaRPr>
          </a:p>
        </p:txBody>
      </p:sp>
      <p:cxnSp>
        <p:nvCxnSpPr>
          <p:cNvPr id="744" name="Google Shape;744;p10"/>
          <p:cNvCxnSpPr/>
          <p:nvPr/>
        </p:nvCxnSpPr>
        <p:spPr>
          <a:xfrm>
            <a:off x="4613148" y="3703320"/>
            <a:ext cx="502920" cy="0"/>
          </a:xfrm>
          <a:prstGeom prst="straightConnector1">
            <a:avLst/>
          </a:prstGeom>
          <a:noFill/>
          <a:ln cap="flat" cmpd="sng" w="12700">
            <a:solidFill>
              <a:srgbClr val="333333"/>
            </a:solidFill>
            <a:prstDash val="solid"/>
            <a:round/>
            <a:headEnd len="sm" w="sm" type="none"/>
            <a:tailEnd len="sm" w="sm" type="none"/>
          </a:ln>
        </p:spPr>
      </p:cxnSp>
      <p:sp>
        <p:nvSpPr>
          <p:cNvPr id="745" name="Google Shape;745;p10"/>
          <p:cNvSpPr/>
          <p:nvPr/>
        </p:nvSpPr>
        <p:spPr>
          <a:xfrm>
            <a:off x="4613148" y="3840480"/>
            <a:ext cx="293522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Arial Black"/>
              <a:buNone/>
            </a:pPr>
            <a:r>
              <a:rPr b="1" i="0" lang="en-US" sz="2200" u="none" cap="none" strike="noStrike">
                <a:solidFill>
                  <a:srgbClr val="000000"/>
                </a:solidFill>
                <a:latin typeface="Arial Black"/>
                <a:ea typeface="Arial Black"/>
                <a:cs typeface="Arial Black"/>
                <a:sym typeface="Arial Black"/>
              </a:rPr>
              <a:t>Credible traction</a:t>
            </a:r>
            <a:endParaRPr b="0" i="0" sz="2200" u="none" cap="none" strike="noStrike">
              <a:solidFill>
                <a:schemeClr val="dk1"/>
              </a:solidFill>
              <a:latin typeface="Calibri"/>
              <a:ea typeface="Calibri"/>
              <a:cs typeface="Calibri"/>
              <a:sym typeface="Calibri"/>
            </a:endParaRPr>
          </a:p>
        </p:txBody>
      </p:sp>
      <p:sp>
        <p:nvSpPr>
          <p:cNvPr id="746" name="Google Shape;746;p10"/>
          <p:cNvSpPr/>
          <p:nvPr/>
        </p:nvSpPr>
        <p:spPr>
          <a:xfrm>
            <a:off x="4613148" y="4572000"/>
            <a:ext cx="2935224"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Upvoted and saved threads where Trace.Space participates without being downvoted, removed, or flagged as spam.</a:t>
            </a:r>
            <a:endParaRPr b="0" i="0" sz="1200" u="none" cap="none" strike="noStrike">
              <a:solidFill>
                <a:schemeClr val="dk1"/>
              </a:solidFill>
              <a:latin typeface="Calibri"/>
              <a:ea typeface="Calibri"/>
              <a:cs typeface="Calibri"/>
              <a:sym typeface="Calibri"/>
            </a:endParaRPr>
          </a:p>
        </p:txBody>
      </p:sp>
      <p:cxnSp>
        <p:nvCxnSpPr>
          <p:cNvPr id="747" name="Google Shape;747;p10"/>
          <p:cNvCxnSpPr/>
          <p:nvPr/>
        </p:nvCxnSpPr>
        <p:spPr>
          <a:xfrm>
            <a:off x="4613148" y="5760720"/>
            <a:ext cx="2935224" cy="0"/>
          </a:xfrm>
          <a:prstGeom prst="straightConnector1">
            <a:avLst/>
          </a:prstGeom>
          <a:noFill/>
          <a:ln cap="flat" cmpd="sng" w="9525">
            <a:solidFill>
              <a:srgbClr val="D1D5DB"/>
            </a:solidFill>
            <a:prstDash val="solid"/>
            <a:round/>
            <a:headEnd len="sm" w="sm" type="none"/>
            <a:tailEnd len="sm" w="sm" type="none"/>
          </a:ln>
        </p:spPr>
      </p:cxnSp>
      <p:sp>
        <p:nvSpPr>
          <p:cNvPr id="748" name="Google Shape;748;p10"/>
          <p:cNvSpPr/>
          <p:nvPr/>
        </p:nvSpPr>
        <p:spPr>
          <a:xfrm>
            <a:off x="4613148" y="5852160"/>
            <a:ext cx="293522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100"/>
              <a:buFont typeface="Arial"/>
              <a:buNone/>
            </a:pPr>
            <a:r>
              <a:rPr b="0" i="1" lang="en-US" sz="1100" u="none" cap="none" strike="noStrike">
                <a:solidFill>
                  <a:srgbClr val="5B21B6"/>
                </a:solidFill>
                <a:latin typeface="Arial"/>
                <a:ea typeface="Arial"/>
                <a:cs typeface="Arial"/>
                <a:sym typeface="Arial"/>
              </a:rPr>
              <a:t>Saved &gt; upvoted &gt; commented.</a:t>
            </a:r>
            <a:endParaRPr b="0" i="0" sz="1100" u="none" cap="none" strike="noStrike">
              <a:solidFill>
                <a:schemeClr val="dk1"/>
              </a:solidFill>
              <a:latin typeface="Calibri"/>
              <a:ea typeface="Calibri"/>
              <a:cs typeface="Calibri"/>
              <a:sym typeface="Calibri"/>
            </a:endParaRPr>
          </a:p>
        </p:txBody>
      </p:sp>
      <p:cxnSp>
        <p:nvCxnSpPr>
          <p:cNvPr id="749" name="Google Shape;749;p10"/>
          <p:cNvCxnSpPr/>
          <p:nvPr/>
        </p:nvCxnSpPr>
        <p:spPr>
          <a:xfrm>
            <a:off x="8129016" y="2423160"/>
            <a:ext cx="3666744" cy="0"/>
          </a:xfrm>
          <a:prstGeom prst="straightConnector1">
            <a:avLst/>
          </a:prstGeom>
          <a:noFill/>
          <a:ln cap="flat" cmpd="sng" w="9525">
            <a:solidFill>
              <a:srgbClr val="D1D5DB"/>
            </a:solidFill>
            <a:prstDash val="solid"/>
            <a:round/>
            <a:headEnd len="sm" w="sm" type="none"/>
            <a:tailEnd len="sm" w="sm" type="none"/>
          </a:ln>
        </p:spPr>
      </p:cxnSp>
      <p:cxnSp>
        <p:nvCxnSpPr>
          <p:cNvPr id="750" name="Google Shape;750;p10"/>
          <p:cNvCxnSpPr/>
          <p:nvPr/>
        </p:nvCxnSpPr>
        <p:spPr>
          <a:xfrm>
            <a:off x="8129016" y="6355080"/>
            <a:ext cx="3666744" cy="0"/>
          </a:xfrm>
          <a:prstGeom prst="straightConnector1">
            <a:avLst/>
          </a:prstGeom>
          <a:noFill/>
          <a:ln cap="flat" cmpd="sng" w="9525">
            <a:solidFill>
              <a:srgbClr val="D1D5DB"/>
            </a:solidFill>
            <a:prstDash val="solid"/>
            <a:round/>
            <a:headEnd len="sm" w="sm" type="none"/>
            <a:tailEnd len="sm" w="sm" type="none"/>
          </a:ln>
        </p:spPr>
      </p:cxnSp>
      <p:cxnSp>
        <p:nvCxnSpPr>
          <p:cNvPr id="751" name="Google Shape;751;p10"/>
          <p:cNvCxnSpPr/>
          <p:nvPr/>
        </p:nvCxnSpPr>
        <p:spPr>
          <a:xfrm>
            <a:off x="8129016" y="2423160"/>
            <a:ext cx="0" cy="3931920"/>
          </a:xfrm>
          <a:prstGeom prst="straightConnector1">
            <a:avLst/>
          </a:prstGeom>
          <a:noFill/>
          <a:ln cap="flat" cmpd="sng" w="9525">
            <a:solidFill>
              <a:srgbClr val="D1D5DB"/>
            </a:solidFill>
            <a:prstDash val="solid"/>
            <a:round/>
            <a:headEnd len="sm" w="sm" type="none"/>
            <a:tailEnd len="sm" w="sm" type="none"/>
          </a:ln>
        </p:spPr>
      </p:cxnSp>
      <p:cxnSp>
        <p:nvCxnSpPr>
          <p:cNvPr id="752" name="Google Shape;752;p10"/>
          <p:cNvCxnSpPr/>
          <p:nvPr/>
        </p:nvCxnSpPr>
        <p:spPr>
          <a:xfrm>
            <a:off x="11795760" y="2423160"/>
            <a:ext cx="0" cy="3931920"/>
          </a:xfrm>
          <a:prstGeom prst="straightConnector1">
            <a:avLst/>
          </a:prstGeom>
          <a:noFill/>
          <a:ln cap="flat" cmpd="sng" w="9525">
            <a:solidFill>
              <a:srgbClr val="D1D5DB"/>
            </a:solidFill>
            <a:prstDash val="solid"/>
            <a:round/>
            <a:headEnd len="sm" w="sm" type="none"/>
            <a:tailEnd len="sm" w="sm" type="none"/>
          </a:ln>
        </p:spPr>
      </p:cxnSp>
      <p:cxnSp>
        <p:nvCxnSpPr>
          <p:cNvPr id="753" name="Google Shape;753;p10"/>
          <p:cNvCxnSpPr/>
          <p:nvPr/>
        </p:nvCxnSpPr>
        <p:spPr>
          <a:xfrm>
            <a:off x="8129016" y="2423160"/>
            <a:ext cx="219456" cy="0"/>
          </a:xfrm>
          <a:prstGeom prst="straightConnector1">
            <a:avLst/>
          </a:prstGeom>
          <a:noFill/>
          <a:ln cap="flat" cmpd="sng" w="15875">
            <a:solidFill>
              <a:srgbClr val="0A0A0A"/>
            </a:solidFill>
            <a:prstDash val="solid"/>
            <a:round/>
            <a:headEnd len="sm" w="sm" type="none"/>
            <a:tailEnd len="sm" w="sm" type="none"/>
          </a:ln>
        </p:spPr>
      </p:cxnSp>
      <p:cxnSp>
        <p:nvCxnSpPr>
          <p:cNvPr id="754" name="Google Shape;754;p10"/>
          <p:cNvCxnSpPr/>
          <p:nvPr/>
        </p:nvCxnSpPr>
        <p:spPr>
          <a:xfrm>
            <a:off x="8129016" y="2423160"/>
            <a:ext cx="0" cy="219456"/>
          </a:xfrm>
          <a:prstGeom prst="straightConnector1">
            <a:avLst/>
          </a:prstGeom>
          <a:noFill/>
          <a:ln cap="flat" cmpd="sng" w="15875">
            <a:solidFill>
              <a:srgbClr val="0A0A0A"/>
            </a:solidFill>
            <a:prstDash val="solid"/>
            <a:round/>
            <a:headEnd len="sm" w="sm" type="none"/>
            <a:tailEnd len="sm" w="sm" type="none"/>
          </a:ln>
        </p:spPr>
      </p:cxnSp>
      <p:cxnSp>
        <p:nvCxnSpPr>
          <p:cNvPr id="755" name="Google Shape;755;p10"/>
          <p:cNvCxnSpPr/>
          <p:nvPr/>
        </p:nvCxnSpPr>
        <p:spPr>
          <a:xfrm>
            <a:off x="11576304" y="2423160"/>
            <a:ext cx="219456" cy="0"/>
          </a:xfrm>
          <a:prstGeom prst="straightConnector1">
            <a:avLst/>
          </a:prstGeom>
          <a:noFill/>
          <a:ln cap="flat" cmpd="sng" w="15875">
            <a:solidFill>
              <a:srgbClr val="0A0A0A"/>
            </a:solidFill>
            <a:prstDash val="solid"/>
            <a:round/>
            <a:headEnd len="sm" w="sm" type="none"/>
            <a:tailEnd len="sm" w="sm" type="none"/>
          </a:ln>
        </p:spPr>
      </p:cxnSp>
      <p:cxnSp>
        <p:nvCxnSpPr>
          <p:cNvPr id="756" name="Google Shape;756;p10"/>
          <p:cNvCxnSpPr/>
          <p:nvPr/>
        </p:nvCxnSpPr>
        <p:spPr>
          <a:xfrm>
            <a:off x="11795760" y="2423160"/>
            <a:ext cx="0" cy="219456"/>
          </a:xfrm>
          <a:prstGeom prst="straightConnector1">
            <a:avLst/>
          </a:prstGeom>
          <a:noFill/>
          <a:ln cap="flat" cmpd="sng" w="15875">
            <a:solidFill>
              <a:srgbClr val="0A0A0A"/>
            </a:solidFill>
            <a:prstDash val="solid"/>
            <a:round/>
            <a:headEnd len="sm" w="sm" type="none"/>
            <a:tailEnd len="sm" w="sm" type="none"/>
          </a:ln>
        </p:spPr>
      </p:cxnSp>
      <p:cxnSp>
        <p:nvCxnSpPr>
          <p:cNvPr id="757" name="Google Shape;757;p10"/>
          <p:cNvCxnSpPr/>
          <p:nvPr/>
        </p:nvCxnSpPr>
        <p:spPr>
          <a:xfrm>
            <a:off x="8129016" y="6135624"/>
            <a:ext cx="0" cy="219456"/>
          </a:xfrm>
          <a:prstGeom prst="straightConnector1">
            <a:avLst/>
          </a:prstGeom>
          <a:noFill/>
          <a:ln cap="flat" cmpd="sng" w="15875">
            <a:solidFill>
              <a:srgbClr val="0A0A0A"/>
            </a:solidFill>
            <a:prstDash val="solid"/>
            <a:round/>
            <a:headEnd len="sm" w="sm" type="none"/>
            <a:tailEnd len="sm" w="sm" type="none"/>
          </a:ln>
        </p:spPr>
      </p:cxnSp>
      <p:cxnSp>
        <p:nvCxnSpPr>
          <p:cNvPr id="758" name="Google Shape;758;p10"/>
          <p:cNvCxnSpPr/>
          <p:nvPr/>
        </p:nvCxnSpPr>
        <p:spPr>
          <a:xfrm>
            <a:off x="8129016" y="6355080"/>
            <a:ext cx="219456" cy="0"/>
          </a:xfrm>
          <a:prstGeom prst="straightConnector1">
            <a:avLst/>
          </a:prstGeom>
          <a:noFill/>
          <a:ln cap="flat" cmpd="sng" w="15875">
            <a:solidFill>
              <a:srgbClr val="0A0A0A"/>
            </a:solidFill>
            <a:prstDash val="solid"/>
            <a:round/>
            <a:headEnd len="sm" w="sm" type="none"/>
            <a:tailEnd len="sm" w="sm" type="none"/>
          </a:ln>
        </p:spPr>
      </p:cxnSp>
      <p:cxnSp>
        <p:nvCxnSpPr>
          <p:cNvPr id="759" name="Google Shape;759;p10"/>
          <p:cNvCxnSpPr/>
          <p:nvPr/>
        </p:nvCxnSpPr>
        <p:spPr>
          <a:xfrm>
            <a:off x="11576304" y="6355080"/>
            <a:ext cx="219456" cy="0"/>
          </a:xfrm>
          <a:prstGeom prst="straightConnector1">
            <a:avLst/>
          </a:prstGeom>
          <a:noFill/>
          <a:ln cap="flat" cmpd="sng" w="15875">
            <a:solidFill>
              <a:srgbClr val="0A0A0A"/>
            </a:solidFill>
            <a:prstDash val="solid"/>
            <a:round/>
            <a:headEnd len="sm" w="sm" type="none"/>
            <a:tailEnd len="sm" w="sm" type="none"/>
          </a:ln>
        </p:spPr>
      </p:cxnSp>
      <p:cxnSp>
        <p:nvCxnSpPr>
          <p:cNvPr id="760" name="Google Shape;760;p10"/>
          <p:cNvCxnSpPr/>
          <p:nvPr/>
        </p:nvCxnSpPr>
        <p:spPr>
          <a:xfrm>
            <a:off x="11795760" y="6135624"/>
            <a:ext cx="0" cy="219456"/>
          </a:xfrm>
          <a:prstGeom prst="straightConnector1">
            <a:avLst/>
          </a:prstGeom>
          <a:noFill/>
          <a:ln cap="flat" cmpd="sng" w="15875">
            <a:solidFill>
              <a:srgbClr val="0A0A0A"/>
            </a:solidFill>
            <a:prstDash val="solid"/>
            <a:round/>
            <a:headEnd len="sm" w="sm" type="none"/>
            <a:tailEnd len="sm" w="sm" type="none"/>
          </a:ln>
        </p:spPr>
      </p:cxnSp>
      <p:sp>
        <p:nvSpPr>
          <p:cNvPr id="761" name="Google Shape;761;p10"/>
          <p:cNvSpPr/>
          <p:nvPr/>
        </p:nvSpPr>
        <p:spPr>
          <a:xfrm>
            <a:off x="8494776" y="2743200"/>
            <a:ext cx="1371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2800"/>
              <a:buFont typeface="Arial Black"/>
              <a:buNone/>
            </a:pPr>
            <a:r>
              <a:rPr b="1" i="0" lang="en-US" sz="2800" u="none" cap="none" strike="noStrike">
                <a:solidFill>
                  <a:srgbClr val="5B21B6"/>
                </a:solidFill>
                <a:latin typeface="Arial Black"/>
                <a:ea typeface="Arial Black"/>
                <a:cs typeface="Arial Black"/>
                <a:sym typeface="Arial Black"/>
              </a:rPr>
              <a:t>03</a:t>
            </a:r>
            <a:endParaRPr b="0" i="0" sz="2800" u="none" cap="none" strike="noStrike">
              <a:solidFill>
                <a:schemeClr val="dk1"/>
              </a:solidFill>
              <a:latin typeface="Calibri"/>
              <a:ea typeface="Calibri"/>
              <a:cs typeface="Calibri"/>
              <a:sym typeface="Calibri"/>
            </a:endParaRPr>
          </a:p>
        </p:txBody>
      </p:sp>
      <p:sp>
        <p:nvSpPr>
          <p:cNvPr id="762" name="Google Shape;762;p10"/>
          <p:cNvSpPr/>
          <p:nvPr/>
        </p:nvSpPr>
        <p:spPr>
          <a:xfrm>
            <a:off x="8494776" y="3337560"/>
            <a:ext cx="293522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Courier New"/>
              <a:buNone/>
            </a:pPr>
            <a:r>
              <a:rPr b="1" i="0" lang="en-US" sz="1100" u="none" cap="none" strike="noStrike">
                <a:solidFill>
                  <a:srgbClr val="000000"/>
                </a:solidFill>
                <a:latin typeface="Courier New"/>
                <a:ea typeface="Courier New"/>
                <a:cs typeface="Courier New"/>
                <a:sym typeface="Courier New"/>
              </a:rPr>
              <a:t>EARNED</a:t>
            </a:r>
            <a:endParaRPr b="0" i="0" sz="1100" u="none" cap="none" strike="noStrike">
              <a:solidFill>
                <a:schemeClr val="dk1"/>
              </a:solidFill>
              <a:latin typeface="Calibri"/>
              <a:ea typeface="Calibri"/>
              <a:cs typeface="Calibri"/>
              <a:sym typeface="Calibri"/>
            </a:endParaRPr>
          </a:p>
        </p:txBody>
      </p:sp>
      <p:cxnSp>
        <p:nvCxnSpPr>
          <p:cNvPr id="763" name="Google Shape;763;p10"/>
          <p:cNvCxnSpPr/>
          <p:nvPr/>
        </p:nvCxnSpPr>
        <p:spPr>
          <a:xfrm>
            <a:off x="8494776" y="3703320"/>
            <a:ext cx="502920" cy="0"/>
          </a:xfrm>
          <a:prstGeom prst="straightConnector1">
            <a:avLst/>
          </a:prstGeom>
          <a:noFill/>
          <a:ln cap="flat" cmpd="sng" w="12700">
            <a:solidFill>
              <a:srgbClr val="333333"/>
            </a:solidFill>
            <a:prstDash val="solid"/>
            <a:round/>
            <a:headEnd len="sm" w="sm" type="none"/>
            <a:tailEnd len="sm" w="sm" type="none"/>
          </a:ln>
        </p:spPr>
      </p:cxnSp>
      <p:sp>
        <p:nvSpPr>
          <p:cNvPr id="764" name="Google Shape;764;p10"/>
          <p:cNvSpPr/>
          <p:nvPr/>
        </p:nvSpPr>
        <p:spPr>
          <a:xfrm>
            <a:off x="8494776" y="3840480"/>
            <a:ext cx="293522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Arial Black"/>
              <a:buNone/>
            </a:pPr>
            <a:r>
              <a:rPr b="1" i="0" lang="en-US" sz="2200" u="none" cap="none" strike="noStrike">
                <a:solidFill>
                  <a:srgbClr val="000000"/>
                </a:solidFill>
                <a:latin typeface="Arial Black"/>
                <a:ea typeface="Arial Black"/>
                <a:cs typeface="Arial Black"/>
                <a:sym typeface="Arial Black"/>
              </a:rPr>
              <a:t>One real opportunity</a:t>
            </a:r>
            <a:endParaRPr b="0" i="0" sz="2200" u="none" cap="none" strike="noStrike">
              <a:solidFill>
                <a:schemeClr val="dk1"/>
              </a:solidFill>
              <a:latin typeface="Calibri"/>
              <a:ea typeface="Calibri"/>
              <a:cs typeface="Calibri"/>
              <a:sym typeface="Calibri"/>
            </a:endParaRPr>
          </a:p>
        </p:txBody>
      </p:sp>
      <p:sp>
        <p:nvSpPr>
          <p:cNvPr id="765" name="Google Shape;765;p10"/>
          <p:cNvSpPr/>
          <p:nvPr/>
        </p:nvSpPr>
        <p:spPr>
          <a:xfrm>
            <a:off x="8494776" y="4572000"/>
            <a:ext cx="2935224"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A podcast invitation, a niche industry newsletter feature, or a community talk — earned off the back of the campaign.</a:t>
            </a:r>
            <a:endParaRPr b="0" i="0" sz="1200" u="none" cap="none" strike="noStrike">
              <a:solidFill>
                <a:schemeClr val="dk1"/>
              </a:solidFill>
              <a:latin typeface="Calibri"/>
              <a:ea typeface="Calibri"/>
              <a:cs typeface="Calibri"/>
              <a:sym typeface="Calibri"/>
            </a:endParaRPr>
          </a:p>
        </p:txBody>
      </p:sp>
      <p:cxnSp>
        <p:nvCxnSpPr>
          <p:cNvPr id="766" name="Google Shape;766;p10"/>
          <p:cNvCxnSpPr/>
          <p:nvPr/>
        </p:nvCxnSpPr>
        <p:spPr>
          <a:xfrm>
            <a:off x="8494776" y="5760720"/>
            <a:ext cx="2935224" cy="0"/>
          </a:xfrm>
          <a:prstGeom prst="straightConnector1">
            <a:avLst/>
          </a:prstGeom>
          <a:noFill/>
          <a:ln cap="flat" cmpd="sng" w="9525">
            <a:solidFill>
              <a:srgbClr val="D1D5DB"/>
            </a:solidFill>
            <a:prstDash val="solid"/>
            <a:round/>
            <a:headEnd len="sm" w="sm" type="none"/>
            <a:tailEnd len="sm" w="sm" type="none"/>
          </a:ln>
        </p:spPr>
      </p:cxnSp>
      <p:sp>
        <p:nvSpPr>
          <p:cNvPr id="767" name="Google Shape;767;p10"/>
          <p:cNvSpPr/>
          <p:nvPr/>
        </p:nvSpPr>
        <p:spPr>
          <a:xfrm>
            <a:off x="8494776" y="5852160"/>
            <a:ext cx="293522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100"/>
              <a:buFont typeface="Arial"/>
              <a:buNone/>
            </a:pPr>
            <a:r>
              <a:rPr b="0" i="1" lang="en-US" sz="1100" u="none" cap="none" strike="noStrike">
                <a:solidFill>
                  <a:srgbClr val="5B21B6"/>
                </a:solidFill>
                <a:latin typeface="Arial"/>
                <a:ea typeface="Arial"/>
                <a:cs typeface="Arial"/>
                <a:sym typeface="Arial"/>
              </a:rPr>
              <a:t>One concrete, named invitation.</a:t>
            </a:r>
            <a:endParaRPr b="0" i="0" sz="1100" u="none" cap="none" strike="noStrike">
              <a:solidFill>
                <a:schemeClr val="dk1"/>
              </a:solidFill>
              <a:latin typeface="Calibri"/>
              <a:ea typeface="Calibri"/>
              <a:cs typeface="Calibri"/>
              <a:sym typeface="Calibri"/>
            </a:endParaRPr>
          </a:p>
        </p:txBody>
      </p:sp>
      <p:sp>
        <p:nvSpPr>
          <p:cNvPr id="768" name="Google Shape;768;p10"/>
          <p:cNvSpPr/>
          <p:nvPr/>
        </p:nvSpPr>
        <p:spPr>
          <a:xfrm>
            <a:off x="365760" y="6492240"/>
            <a:ext cx="11430000" cy="329184"/>
          </a:xfrm>
          <a:prstGeom prst="rect">
            <a:avLst/>
          </a:prstGeom>
          <a:solidFill>
            <a:srgbClr val="0A0A0A"/>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0"/>
          <p:cNvSpPr/>
          <p:nvPr/>
        </p:nvSpPr>
        <p:spPr>
          <a:xfrm>
            <a:off x="365760" y="6492240"/>
            <a:ext cx="114300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ourier New"/>
              <a:buNone/>
            </a:pPr>
            <a:r>
              <a:rPr b="1" i="0" lang="en-US" sz="1100" u="none" cap="none" strike="noStrike">
                <a:solidFill>
                  <a:srgbClr val="FFFFFF"/>
                </a:solidFill>
                <a:latin typeface="Courier New"/>
                <a:ea typeface="Courier New"/>
                <a:cs typeface="Courier New"/>
                <a:sym typeface="Courier New"/>
              </a:rPr>
              <a:t>MEANINGFUL TRACTION IN 30 DAYS  ·  ZERO BUDGET  ·  EARNED ON CRAFT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